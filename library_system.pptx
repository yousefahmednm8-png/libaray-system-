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33B9DD-417E-406F-ADD8-0FE1930828B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0C2684-DF6D-4C2B-B535-AC315250EA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SDLC (Software Development Life Cycle) is a structured process used to plan, design, build, test, and maintain software systems.</a:t>
          </a:r>
        </a:p>
      </dgm:t>
    </dgm:pt>
    <dgm:pt modelId="{6A558C31-E9ED-4DA0-80A4-DD7CAFD85C1E}" type="parTrans" cxnId="{5EE88147-6EA8-460D-9C08-16BE54CDAF1A}">
      <dgm:prSet/>
      <dgm:spPr/>
      <dgm:t>
        <a:bodyPr/>
        <a:lstStyle/>
        <a:p>
          <a:endParaRPr lang="en-US"/>
        </a:p>
      </dgm:t>
    </dgm:pt>
    <dgm:pt modelId="{FBA61688-CFDA-432D-ADA4-FEB658B44A8F}" type="sibTrans" cxnId="{5EE88147-6EA8-460D-9C08-16BE54CDAF1A}">
      <dgm:prSet/>
      <dgm:spPr/>
      <dgm:t>
        <a:bodyPr/>
        <a:lstStyle/>
        <a:p>
          <a:endParaRPr lang="en-US"/>
        </a:p>
      </dgm:t>
    </dgm:pt>
    <dgm:pt modelId="{52B7F555-85C5-4F81-80D7-A5460E5E0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It ensures software is developed in an organized and efficient way.</a:t>
          </a:r>
        </a:p>
      </dgm:t>
    </dgm:pt>
    <dgm:pt modelId="{4E60EA36-4F92-4789-9624-CC9648576541}" type="parTrans" cxnId="{FBACDD9F-5CD4-4B0B-8A9B-9CACF3A91ACA}">
      <dgm:prSet/>
      <dgm:spPr/>
      <dgm:t>
        <a:bodyPr/>
        <a:lstStyle/>
        <a:p>
          <a:endParaRPr lang="en-US"/>
        </a:p>
      </dgm:t>
    </dgm:pt>
    <dgm:pt modelId="{1A71256D-3B28-412E-8582-1D90B3844541}" type="sibTrans" cxnId="{FBACDD9F-5CD4-4B0B-8A9B-9CACF3A91ACA}">
      <dgm:prSet/>
      <dgm:spPr/>
      <dgm:t>
        <a:bodyPr/>
        <a:lstStyle/>
        <a:p>
          <a:endParaRPr lang="en-US"/>
        </a:p>
      </dgm:t>
    </dgm:pt>
    <dgm:pt modelId="{1B0F29AC-F7AC-4975-8324-77C5DBC7B927}" type="pres">
      <dgm:prSet presAssocID="{3333B9DD-417E-406F-ADD8-0FE1930828B4}" presName="root" presStyleCnt="0">
        <dgm:presLayoutVars>
          <dgm:dir/>
          <dgm:resizeHandles val="exact"/>
        </dgm:presLayoutVars>
      </dgm:prSet>
      <dgm:spPr/>
    </dgm:pt>
    <dgm:pt modelId="{79030C80-364B-4D85-B145-FC9AB8C93D4B}" type="pres">
      <dgm:prSet presAssocID="{E20C2684-DF6D-4C2B-B535-AC315250EA1E}" presName="compNode" presStyleCnt="0"/>
      <dgm:spPr/>
    </dgm:pt>
    <dgm:pt modelId="{926DFCF2-9782-4A08-B012-D4CB73EEBD83}" type="pres">
      <dgm:prSet presAssocID="{E20C2684-DF6D-4C2B-B535-AC315250EA1E}" presName="bgRect" presStyleLbl="bgShp" presStyleIdx="0" presStyleCnt="2"/>
      <dgm:spPr/>
    </dgm:pt>
    <dgm:pt modelId="{5ECCE9B9-BE2D-4041-902B-DE745268A0E6}" type="pres">
      <dgm:prSet presAssocID="{E20C2684-DF6D-4C2B-B535-AC315250EA1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ular Flowchart"/>
        </a:ext>
      </dgm:extLst>
    </dgm:pt>
    <dgm:pt modelId="{62112061-ABEA-4D16-85D7-E4A3564A8FFE}" type="pres">
      <dgm:prSet presAssocID="{E20C2684-DF6D-4C2B-B535-AC315250EA1E}" presName="spaceRect" presStyleCnt="0"/>
      <dgm:spPr/>
    </dgm:pt>
    <dgm:pt modelId="{2009B525-39E7-47A1-8689-E8441D5E7668}" type="pres">
      <dgm:prSet presAssocID="{E20C2684-DF6D-4C2B-B535-AC315250EA1E}" presName="parTx" presStyleLbl="revTx" presStyleIdx="0" presStyleCnt="2">
        <dgm:presLayoutVars>
          <dgm:chMax val="0"/>
          <dgm:chPref val="0"/>
        </dgm:presLayoutVars>
      </dgm:prSet>
      <dgm:spPr/>
    </dgm:pt>
    <dgm:pt modelId="{6560B009-9CAA-4164-B496-A9CDB1BDEDF8}" type="pres">
      <dgm:prSet presAssocID="{FBA61688-CFDA-432D-ADA4-FEB658B44A8F}" presName="sibTrans" presStyleCnt="0"/>
      <dgm:spPr/>
    </dgm:pt>
    <dgm:pt modelId="{5B9F1191-8229-4CF2-9F7F-67C70102B56B}" type="pres">
      <dgm:prSet presAssocID="{52B7F555-85C5-4F81-80D7-A5460E5E0A00}" presName="compNode" presStyleCnt="0"/>
      <dgm:spPr/>
    </dgm:pt>
    <dgm:pt modelId="{D6D209BB-F9DD-47A4-95A9-43543CFD5733}" type="pres">
      <dgm:prSet presAssocID="{52B7F555-85C5-4F81-80D7-A5460E5E0A00}" presName="bgRect" presStyleLbl="bgShp" presStyleIdx="1" presStyleCnt="2"/>
      <dgm:spPr/>
    </dgm:pt>
    <dgm:pt modelId="{8CB41BB0-4E26-4B9E-95ED-9816E1779393}" type="pres">
      <dgm:prSet presAssocID="{52B7F555-85C5-4F81-80D7-A5460E5E0A0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9E7FEA91-C365-462B-9258-373306AD5EB9}" type="pres">
      <dgm:prSet presAssocID="{52B7F555-85C5-4F81-80D7-A5460E5E0A00}" presName="spaceRect" presStyleCnt="0"/>
      <dgm:spPr/>
    </dgm:pt>
    <dgm:pt modelId="{73FF4AB1-44E1-4DBE-A0C0-54C79605E286}" type="pres">
      <dgm:prSet presAssocID="{52B7F555-85C5-4F81-80D7-A5460E5E0A0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D8D4263-03F6-4620-B2F8-CDD5FBAD9036}" type="presOf" srcId="{E20C2684-DF6D-4C2B-B535-AC315250EA1E}" destId="{2009B525-39E7-47A1-8689-E8441D5E7668}" srcOrd="0" destOrd="0" presId="urn:microsoft.com/office/officeart/2018/2/layout/IconVerticalSolidList"/>
    <dgm:cxn modelId="{5EE88147-6EA8-460D-9C08-16BE54CDAF1A}" srcId="{3333B9DD-417E-406F-ADD8-0FE1930828B4}" destId="{E20C2684-DF6D-4C2B-B535-AC315250EA1E}" srcOrd="0" destOrd="0" parTransId="{6A558C31-E9ED-4DA0-80A4-DD7CAFD85C1E}" sibTransId="{FBA61688-CFDA-432D-ADA4-FEB658B44A8F}"/>
    <dgm:cxn modelId="{41788B56-47F0-4F43-8E89-216A84C5BF98}" type="presOf" srcId="{3333B9DD-417E-406F-ADD8-0FE1930828B4}" destId="{1B0F29AC-F7AC-4975-8324-77C5DBC7B927}" srcOrd="0" destOrd="0" presId="urn:microsoft.com/office/officeart/2018/2/layout/IconVerticalSolidList"/>
    <dgm:cxn modelId="{5E1D8883-4218-4DC0-8F93-0B50D9035BAA}" type="presOf" srcId="{52B7F555-85C5-4F81-80D7-A5460E5E0A00}" destId="{73FF4AB1-44E1-4DBE-A0C0-54C79605E286}" srcOrd="0" destOrd="0" presId="urn:microsoft.com/office/officeart/2018/2/layout/IconVerticalSolidList"/>
    <dgm:cxn modelId="{FBACDD9F-5CD4-4B0B-8A9B-9CACF3A91ACA}" srcId="{3333B9DD-417E-406F-ADD8-0FE1930828B4}" destId="{52B7F555-85C5-4F81-80D7-A5460E5E0A00}" srcOrd="1" destOrd="0" parTransId="{4E60EA36-4F92-4789-9624-CC9648576541}" sibTransId="{1A71256D-3B28-412E-8582-1D90B3844541}"/>
    <dgm:cxn modelId="{53A9B177-320B-4A08-8FD2-8F0D1095A430}" type="presParOf" srcId="{1B0F29AC-F7AC-4975-8324-77C5DBC7B927}" destId="{79030C80-364B-4D85-B145-FC9AB8C93D4B}" srcOrd="0" destOrd="0" presId="urn:microsoft.com/office/officeart/2018/2/layout/IconVerticalSolidList"/>
    <dgm:cxn modelId="{C2A68D0E-838C-410B-B35C-0CD7D7AA9596}" type="presParOf" srcId="{79030C80-364B-4D85-B145-FC9AB8C93D4B}" destId="{926DFCF2-9782-4A08-B012-D4CB73EEBD83}" srcOrd="0" destOrd="0" presId="urn:microsoft.com/office/officeart/2018/2/layout/IconVerticalSolidList"/>
    <dgm:cxn modelId="{4C901C7A-6A1F-424A-B71D-90A26AE08E67}" type="presParOf" srcId="{79030C80-364B-4D85-B145-FC9AB8C93D4B}" destId="{5ECCE9B9-BE2D-4041-902B-DE745268A0E6}" srcOrd="1" destOrd="0" presId="urn:microsoft.com/office/officeart/2018/2/layout/IconVerticalSolidList"/>
    <dgm:cxn modelId="{DE963039-F8C9-4950-AB4F-95CEB9120E2D}" type="presParOf" srcId="{79030C80-364B-4D85-B145-FC9AB8C93D4B}" destId="{62112061-ABEA-4D16-85D7-E4A3564A8FFE}" srcOrd="2" destOrd="0" presId="urn:microsoft.com/office/officeart/2018/2/layout/IconVerticalSolidList"/>
    <dgm:cxn modelId="{CF206291-208B-47FE-A3C3-22A74098D4A0}" type="presParOf" srcId="{79030C80-364B-4D85-B145-FC9AB8C93D4B}" destId="{2009B525-39E7-47A1-8689-E8441D5E7668}" srcOrd="3" destOrd="0" presId="urn:microsoft.com/office/officeart/2018/2/layout/IconVerticalSolidList"/>
    <dgm:cxn modelId="{AC489D29-C55A-4B85-94ED-8F7BFA02AFBE}" type="presParOf" srcId="{1B0F29AC-F7AC-4975-8324-77C5DBC7B927}" destId="{6560B009-9CAA-4164-B496-A9CDB1BDEDF8}" srcOrd="1" destOrd="0" presId="urn:microsoft.com/office/officeart/2018/2/layout/IconVerticalSolidList"/>
    <dgm:cxn modelId="{7D538575-4F77-44C9-92FD-5276A011E375}" type="presParOf" srcId="{1B0F29AC-F7AC-4975-8324-77C5DBC7B927}" destId="{5B9F1191-8229-4CF2-9F7F-67C70102B56B}" srcOrd="2" destOrd="0" presId="urn:microsoft.com/office/officeart/2018/2/layout/IconVerticalSolidList"/>
    <dgm:cxn modelId="{A4CF4663-5449-42FC-8A4A-66C24D2BEA89}" type="presParOf" srcId="{5B9F1191-8229-4CF2-9F7F-67C70102B56B}" destId="{D6D209BB-F9DD-47A4-95A9-43543CFD5733}" srcOrd="0" destOrd="0" presId="urn:microsoft.com/office/officeart/2018/2/layout/IconVerticalSolidList"/>
    <dgm:cxn modelId="{9D377193-36B7-4607-A57C-D6BF3EA0631A}" type="presParOf" srcId="{5B9F1191-8229-4CF2-9F7F-67C70102B56B}" destId="{8CB41BB0-4E26-4B9E-95ED-9816E1779393}" srcOrd="1" destOrd="0" presId="urn:microsoft.com/office/officeart/2018/2/layout/IconVerticalSolidList"/>
    <dgm:cxn modelId="{FDF74F27-2295-4426-BE04-F3A6EDC74418}" type="presParOf" srcId="{5B9F1191-8229-4CF2-9F7F-67C70102B56B}" destId="{9E7FEA91-C365-462B-9258-373306AD5EB9}" srcOrd="2" destOrd="0" presId="urn:microsoft.com/office/officeart/2018/2/layout/IconVerticalSolidList"/>
    <dgm:cxn modelId="{034FBB44-7764-4024-85B0-8CFA88E74AEA}" type="presParOf" srcId="{5B9F1191-8229-4CF2-9F7F-67C70102B56B}" destId="{73FF4AB1-44E1-4DBE-A0C0-54C79605E2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321C106-0BF5-4913-B520-5016F2CA73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CC9072A-7C37-4B83-A35D-03F4B75C327E}">
      <dgm:prSet/>
      <dgm:spPr/>
      <dgm:t>
        <a:bodyPr/>
        <a:lstStyle/>
        <a:p>
          <a:r>
            <a:rPr lang="en-US"/>
            <a:t>Reduces errors</a:t>
          </a:r>
        </a:p>
      </dgm:t>
    </dgm:pt>
    <dgm:pt modelId="{B87AFEEB-58FF-41F7-ABCB-03235712C39E}" type="parTrans" cxnId="{B70ED1FF-38F2-4708-9528-94ED6A55848E}">
      <dgm:prSet/>
      <dgm:spPr/>
      <dgm:t>
        <a:bodyPr/>
        <a:lstStyle/>
        <a:p>
          <a:endParaRPr lang="en-US"/>
        </a:p>
      </dgm:t>
    </dgm:pt>
    <dgm:pt modelId="{E4299951-4ECD-4C97-92C5-1D6265642479}" type="sibTrans" cxnId="{B70ED1FF-38F2-4708-9528-94ED6A55848E}">
      <dgm:prSet/>
      <dgm:spPr/>
      <dgm:t>
        <a:bodyPr/>
        <a:lstStyle/>
        <a:p>
          <a:endParaRPr lang="en-US"/>
        </a:p>
      </dgm:t>
    </dgm:pt>
    <dgm:pt modelId="{D09C4E85-D394-45A2-8162-401C7C4F2049}">
      <dgm:prSet/>
      <dgm:spPr/>
      <dgm:t>
        <a:bodyPr/>
        <a:lstStyle/>
        <a:p>
          <a:r>
            <a:rPr lang="en-US"/>
            <a:t>Improves software quality</a:t>
          </a:r>
        </a:p>
      </dgm:t>
    </dgm:pt>
    <dgm:pt modelId="{71008253-AB0B-4798-A512-855B46FA6412}" type="parTrans" cxnId="{1CBF765C-CF50-4FEE-AE2A-AB3AA3A4331D}">
      <dgm:prSet/>
      <dgm:spPr/>
      <dgm:t>
        <a:bodyPr/>
        <a:lstStyle/>
        <a:p>
          <a:endParaRPr lang="en-US"/>
        </a:p>
      </dgm:t>
    </dgm:pt>
    <dgm:pt modelId="{38E637F3-960A-4BAA-A1A3-C7EA8424FC98}" type="sibTrans" cxnId="{1CBF765C-CF50-4FEE-AE2A-AB3AA3A4331D}">
      <dgm:prSet/>
      <dgm:spPr/>
      <dgm:t>
        <a:bodyPr/>
        <a:lstStyle/>
        <a:p>
          <a:endParaRPr lang="en-US"/>
        </a:p>
      </dgm:t>
    </dgm:pt>
    <dgm:pt modelId="{144800AF-6339-4B11-829C-A3DCFF05EA96}">
      <dgm:prSet/>
      <dgm:spPr/>
      <dgm:t>
        <a:bodyPr/>
        <a:lstStyle/>
        <a:p>
          <a:r>
            <a:rPr lang="en-US"/>
            <a:t>Ensures system meets user requirements</a:t>
          </a:r>
        </a:p>
      </dgm:t>
    </dgm:pt>
    <dgm:pt modelId="{CC4D28A3-B5AC-4666-8D50-2633CFBB6B27}" type="parTrans" cxnId="{B3AB312D-39F4-429C-B663-42198A938AE5}">
      <dgm:prSet/>
      <dgm:spPr/>
      <dgm:t>
        <a:bodyPr/>
        <a:lstStyle/>
        <a:p>
          <a:endParaRPr lang="en-US"/>
        </a:p>
      </dgm:t>
    </dgm:pt>
    <dgm:pt modelId="{C13E3653-E9A4-48A5-94D6-D8B580DE53A3}" type="sibTrans" cxnId="{B3AB312D-39F4-429C-B663-42198A938AE5}">
      <dgm:prSet/>
      <dgm:spPr/>
      <dgm:t>
        <a:bodyPr/>
        <a:lstStyle/>
        <a:p>
          <a:endParaRPr lang="en-US"/>
        </a:p>
      </dgm:t>
    </dgm:pt>
    <dgm:pt modelId="{3CDE54D1-D844-4ED0-9C99-A777C6173247}">
      <dgm:prSet/>
      <dgm:spPr/>
      <dgm:t>
        <a:bodyPr/>
        <a:lstStyle/>
        <a:p>
          <a:r>
            <a:rPr lang="en-US"/>
            <a:t>Saves time and cost</a:t>
          </a:r>
        </a:p>
      </dgm:t>
    </dgm:pt>
    <dgm:pt modelId="{64AB6CDA-69F1-4760-A947-3CB9C7FA92E1}" type="parTrans" cxnId="{4E341127-8DA0-4D6D-8DF0-FA86F25E9693}">
      <dgm:prSet/>
      <dgm:spPr/>
      <dgm:t>
        <a:bodyPr/>
        <a:lstStyle/>
        <a:p>
          <a:endParaRPr lang="en-US"/>
        </a:p>
      </dgm:t>
    </dgm:pt>
    <dgm:pt modelId="{2DC99711-17F9-4936-9246-831D8D814E7D}" type="sibTrans" cxnId="{4E341127-8DA0-4D6D-8DF0-FA86F25E9693}">
      <dgm:prSet/>
      <dgm:spPr/>
      <dgm:t>
        <a:bodyPr/>
        <a:lstStyle/>
        <a:p>
          <a:endParaRPr lang="en-US"/>
        </a:p>
      </dgm:t>
    </dgm:pt>
    <dgm:pt modelId="{0290E750-FC62-43C6-BC09-57C03DAE4797}">
      <dgm:prSet/>
      <dgm:spPr/>
      <dgm:t>
        <a:bodyPr/>
        <a:lstStyle/>
        <a:p>
          <a:r>
            <a:rPr lang="en-US"/>
            <a:t>Makes development organized and clear</a:t>
          </a:r>
        </a:p>
      </dgm:t>
    </dgm:pt>
    <dgm:pt modelId="{E1B3BE04-5FB4-40F6-93BA-2C606D790328}" type="parTrans" cxnId="{E5D0320F-D37A-4F4E-AC24-7D390AE1C3A9}">
      <dgm:prSet/>
      <dgm:spPr/>
      <dgm:t>
        <a:bodyPr/>
        <a:lstStyle/>
        <a:p>
          <a:endParaRPr lang="en-US"/>
        </a:p>
      </dgm:t>
    </dgm:pt>
    <dgm:pt modelId="{0710C5FB-EE42-4E8F-B48C-F580F364990C}" type="sibTrans" cxnId="{E5D0320F-D37A-4F4E-AC24-7D390AE1C3A9}">
      <dgm:prSet/>
      <dgm:spPr/>
      <dgm:t>
        <a:bodyPr/>
        <a:lstStyle/>
        <a:p>
          <a:endParaRPr lang="en-US"/>
        </a:p>
      </dgm:t>
    </dgm:pt>
    <dgm:pt modelId="{3F345B02-E6C3-4E05-A8BF-4D55BCD396CD}" type="pres">
      <dgm:prSet presAssocID="{D321C106-0BF5-4913-B520-5016F2CA73DF}" presName="linear" presStyleCnt="0">
        <dgm:presLayoutVars>
          <dgm:animLvl val="lvl"/>
          <dgm:resizeHandles val="exact"/>
        </dgm:presLayoutVars>
      </dgm:prSet>
      <dgm:spPr/>
    </dgm:pt>
    <dgm:pt modelId="{22452060-D385-4232-857D-FBF7AE80CE79}" type="pres">
      <dgm:prSet presAssocID="{1CC9072A-7C37-4B83-A35D-03F4B75C327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F0877E7-6159-4954-9A6A-F95A60D73AC6}" type="pres">
      <dgm:prSet presAssocID="{E4299951-4ECD-4C97-92C5-1D6265642479}" presName="spacer" presStyleCnt="0"/>
      <dgm:spPr/>
    </dgm:pt>
    <dgm:pt modelId="{B7A37FDE-CBFF-4FED-83F9-82648468A7B0}" type="pres">
      <dgm:prSet presAssocID="{D09C4E85-D394-45A2-8162-401C7C4F204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98C704-FFA5-467A-B40C-2B7754E372AA}" type="pres">
      <dgm:prSet presAssocID="{38E637F3-960A-4BAA-A1A3-C7EA8424FC98}" presName="spacer" presStyleCnt="0"/>
      <dgm:spPr/>
    </dgm:pt>
    <dgm:pt modelId="{720E5F3A-3EC0-4BD0-8EF9-932E297C37A2}" type="pres">
      <dgm:prSet presAssocID="{144800AF-6339-4B11-829C-A3DCFF05EA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9F0ECAE-9934-4A38-A4C8-F17EC206825F}" type="pres">
      <dgm:prSet presAssocID="{C13E3653-E9A4-48A5-94D6-D8B580DE53A3}" presName="spacer" presStyleCnt="0"/>
      <dgm:spPr/>
    </dgm:pt>
    <dgm:pt modelId="{C1D99D1F-C925-4BD9-9FA3-DEC2ED0AF365}" type="pres">
      <dgm:prSet presAssocID="{3CDE54D1-D844-4ED0-9C99-A777C617324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D95CC41-B45A-46F2-92BE-E1D541B26F3A}" type="pres">
      <dgm:prSet presAssocID="{2DC99711-17F9-4936-9246-831D8D814E7D}" presName="spacer" presStyleCnt="0"/>
      <dgm:spPr/>
    </dgm:pt>
    <dgm:pt modelId="{49BB5B05-7AC9-493F-A376-1223F7010507}" type="pres">
      <dgm:prSet presAssocID="{0290E750-FC62-43C6-BC09-57C03DAE47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E5D0320F-D37A-4F4E-AC24-7D390AE1C3A9}" srcId="{D321C106-0BF5-4913-B520-5016F2CA73DF}" destId="{0290E750-FC62-43C6-BC09-57C03DAE4797}" srcOrd="4" destOrd="0" parTransId="{E1B3BE04-5FB4-40F6-93BA-2C606D790328}" sibTransId="{0710C5FB-EE42-4E8F-B48C-F580F364990C}"/>
    <dgm:cxn modelId="{E9A42E18-C136-45AD-98CA-C9CF8CF21C40}" type="presOf" srcId="{1CC9072A-7C37-4B83-A35D-03F4B75C327E}" destId="{22452060-D385-4232-857D-FBF7AE80CE79}" srcOrd="0" destOrd="0" presId="urn:microsoft.com/office/officeart/2005/8/layout/vList2"/>
    <dgm:cxn modelId="{4E341127-8DA0-4D6D-8DF0-FA86F25E9693}" srcId="{D321C106-0BF5-4913-B520-5016F2CA73DF}" destId="{3CDE54D1-D844-4ED0-9C99-A777C6173247}" srcOrd="3" destOrd="0" parTransId="{64AB6CDA-69F1-4760-A947-3CB9C7FA92E1}" sibTransId="{2DC99711-17F9-4936-9246-831D8D814E7D}"/>
    <dgm:cxn modelId="{B3AB312D-39F4-429C-B663-42198A938AE5}" srcId="{D321C106-0BF5-4913-B520-5016F2CA73DF}" destId="{144800AF-6339-4B11-829C-A3DCFF05EA96}" srcOrd="2" destOrd="0" parTransId="{CC4D28A3-B5AC-4666-8D50-2633CFBB6B27}" sibTransId="{C13E3653-E9A4-48A5-94D6-D8B580DE53A3}"/>
    <dgm:cxn modelId="{1CBF765C-CF50-4FEE-AE2A-AB3AA3A4331D}" srcId="{D321C106-0BF5-4913-B520-5016F2CA73DF}" destId="{D09C4E85-D394-45A2-8162-401C7C4F2049}" srcOrd="1" destOrd="0" parTransId="{71008253-AB0B-4798-A512-855B46FA6412}" sibTransId="{38E637F3-960A-4BAA-A1A3-C7EA8424FC98}"/>
    <dgm:cxn modelId="{33D7597B-BAAC-41DD-80AE-8281884AADBE}" type="presOf" srcId="{D321C106-0BF5-4913-B520-5016F2CA73DF}" destId="{3F345B02-E6C3-4E05-A8BF-4D55BCD396CD}" srcOrd="0" destOrd="0" presId="urn:microsoft.com/office/officeart/2005/8/layout/vList2"/>
    <dgm:cxn modelId="{98F5E597-D718-4C40-8260-7762FDC18483}" type="presOf" srcId="{D09C4E85-D394-45A2-8162-401C7C4F2049}" destId="{B7A37FDE-CBFF-4FED-83F9-82648468A7B0}" srcOrd="0" destOrd="0" presId="urn:microsoft.com/office/officeart/2005/8/layout/vList2"/>
    <dgm:cxn modelId="{FBFCCBAF-A7FC-47B9-8A8A-41E2A971DED1}" type="presOf" srcId="{144800AF-6339-4B11-829C-A3DCFF05EA96}" destId="{720E5F3A-3EC0-4BD0-8EF9-932E297C37A2}" srcOrd="0" destOrd="0" presId="urn:microsoft.com/office/officeart/2005/8/layout/vList2"/>
    <dgm:cxn modelId="{1CBB76B9-70FA-4D5E-9898-2D948CDDA207}" type="presOf" srcId="{0290E750-FC62-43C6-BC09-57C03DAE4797}" destId="{49BB5B05-7AC9-493F-A376-1223F7010507}" srcOrd="0" destOrd="0" presId="urn:microsoft.com/office/officeart/2005/8/layout/vList2"/>
    <dgm:cxn modelId="{5148FED3-459A-493F-8128-A9AAFD7C58A6}" type="presOf" srcId="{3CDE54D1-D844-4ED0-9C99-A777C6173247}" destId="{C1D99D1F-C925-4BD9-9FA3-DEC2ED0AF365}" srcOrd="0" destOrd="0" presId="urn:microsoft.com/office/officeart/2005/8/layout/vList2"/>
    <dgm:cxn modelId="{B70ED1FF-38F2-4708-9528-94ED6A55848E}" srcId="{D321C106-0BF5-4913-B520-5016F2CA73DF}" destId="{1CC9072A-7C37-4B83-A35D-03F4B75C327E}" srcOrd="0" destOrd="0" parTransId="{B87AFEEB-58FF-41F7-ABCB-03235712C39E}" sibTransId="{E4299951-4ECD-4C97-92C5-1D6265642479}"/>
    <dgm:cxn modelId="{1CBE09E6-3D6C-4ECB-AAB6-B40022E7DFA7}" type="presParOf" srcId="{3F345B02-E6C3-4E05-A8BF-4D55BCD396CD}" destId="{22452060-D385-4232-857D-FBF7AE80CE79}" srcOrd="0" destOrd="0" presId="urn:microsoft.com/office/officeart/2005/8/layout/vList2"/>
    <dgm:cxn modelId="{D8636660-ED40-4669-9A88-B5100BD983FB}" type="presParOf" srcId="{3F345B02-E6C3-4E05-A8BF-4D55BCD396CD}" destId="{BF0877E7-6159-4954-9A6A-F95A60D73AC6}" srcOrd="1" destOrd="0" presId="urn:microsoft.com/office/officeart/2005/8/layout/vList2"/>
    <dgm:cxn modelId="{AB7D7B32-6B32-4AE8-AE1B-9474B3E15D36}" type="presParOf" srcId="{3F345B02-E6C3-4E05-A8BF-4D55BCD396CD}" destId="{B7A37FDE-CBFF-4FED-83F9-82648468A7B0}" srcOrd="2" destOrd="0" presId="urn:microsoft.com/office/officeart/2005/8/layout/vList2"/>
    <dgm:cxn modelId="{00A0A22E-F793-46A8-8D8D-4A38EFB7518A}" type="presParOf" srcId="{3F345B02-E6C3-4E05-A8BF-4D55BCD396CD}" destId="{5398C704-FFA5-467A-B40C-2B7754E372AA}" srcOrd="3" destOrd="0" presId="urn:microsoft.com/office/officeart/2005/8/layout/vList2"/>
    <dgm:cxn modelId="{FAA4BBFE-BF25-436F-96E1-0415599654C1}" type="presParOf" srcId="{3F345B02-E6C3-4E05-A8BF-4D55BCD396CD}" destId="{720E5F3A-3EC0-4BD0-8EF9-932E297C37A2}" srcOrd="4" destOrd="0" presId="urn:microsoft.com/office/officeart/2005/8/layout/vList2"/>
    <dgm:cxn modelId="{C3DB1E5D-B9C0-44EE-B8D9-6FB2976EF314}" type="presParOf" srcId="{3F345B02-E6C3-4E05-A8BF-4D55BCD396CD}" destId="{89F0ECAE-9934-4A38-A4C8-F17EC206825F}" srcOrd="5" destOrd="0" presId="urn:microsoft.com/office/officeart/2005/8/layout/vList2"/>
    <dgm:cxn modelId="{7F2669B4-C7E9-4BB5-A029-C508C465B569}" type="presParOf" srcId="{3F345B02-E6C3-4E05-A8BF-4D55BCD396CD}" destId="{C1D99D1F-C925-4BD9-9FA3-DEC2ED0AF365}" srcOrd="6" destOrd="0" presId="urn:microsoft.com/office/officeart/2005/8/layout/vList2"/>
    <dgm:cxn modelId="{1717B4F6-A97C-4BC0-BF7E-7361C3C5110B}" type="presParOf" srcId="{3F345B02-E6C3-4E05-A8BF-4D55BCD396CD}" destId="{8D95CC41-B45A-46F2-92BE-E1D541B26F3A}" srcOrd="7" destOrd="0" presId="urn:microsoft.com/office/officeart/2005/8/layout/vList2"/>
    <dgm:cxn modelId="{E6F3919F-0FC6-416F-8D63-25AD264E1375}" type="presParOf" srcId="{3F345B02-E6C3-4E05-A8BF-4D55BCD396CD}" destId="{49BB5B05-7AC9-493F-A376-1223F701050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7CB9B6-B1CE-44B3-842A-E749473C632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8FA1CE4-A4B0-4DDF-B108-7963D1716CE8}">
      <dgm:prSet/>
      <dgm:spPr/>
      <dgm:t>
        <a:bodyPr/>
        <a:lstStyle/>
        <a:p>
          <a:r>
            <a:rPr lang="en-US"/>
            <a:t>Build a simple Library System that can:</a:t>
          </a:r>
        </a:p>
      </dgm:t>
    </dgm:pt>
    <dgm:pt modelId="{C4C99365-A828-44B9-A4D0-80EE992C9411}" type="parTrans" cxnId="{B3360E90-CA05-469B-A10F-55A68456FEDD}">
      <dgm:prSet/>
      <dgm:spPr/>
      <dgm:t>
        <a:bodyPr/>
        <a:lstStyle/>
        <a:p>
          <a:endParaRPr lang="en-US"/>
        </a:p>
      </dgm:t>
    </dgm:pt>
    <dgm:pt modelId="{64094788-C463-4EA5-BB54-27705BACB31D}" type="sibTrans" cxnId="{B3360E90-CA05-469B-A10F-55A68456FEDD}">
      <dgm:prSet/>
      <dgm:spPr/>
      <dgm:t>
        <a:bodyPr/>
        <a:lstStyle/>
        <a:p>
          <a:endParaRPr lang="en-US"/>
        </a:p>
      </dgm:t>
    </dgm:pt>
    <dgm:pt modelId="{1F3E529E-7325-4BAE-A2B7-42E3CEC06A4C}">
      <dgm:prSet/>
      <dgm:spPr/>
      <dgm:t>
        <a:bodyPr/>
        <a:lstStyle/>
        <a:p>
          <a:r>
            <a:rPr lang="en-US"/>
            <a:t>1-Add new books</a:t>
          </a:r>
        </a:p>
      </dgm:t>
    </dgm:pt>
    <dgm:pt modelId="{CDA8CFC3-C9B0-4459-B922-6DDF505459C8}" type="parTrans" cxnId="{46B8418B-5255-48BD-AA29-3D764C527D31}">
      <dgm:prSet/>
      <dgm:spPr/>
      <dgm:t>
        <a:bodyPr/>
        <a:lstStyle/>
        <a:p>
          <a:endParaRPr lang="en-US"/>
        </a:p>
      </dgm:t>
    </dgm:pt>
    <dgm:pt modelId="{1D24B69F-7837-4004-8107-DE1A32491A70}" type="sibTrans" cxnId="{46B8418B-5255-48BD-AA29-3D764C527D31}">
      <dgm:prSet/>
      <dgm:spPr/>
      <dgm:t>
        <a:bodyPr/>
        <a:lstStyle/>
        <a:p>
          <a:endParaRPr lang="en-US"/>
        </a:p>
      </dgm:t>
    </dgm:pt>
    <dgm:pt modelId="{37EEBDC1-A968-459E-A5E9-36EF07EF43BA}">
      <dgm:prSet/>
      <dgm:spPr/>
      <dgm:t>
        <a:bodyPr/>
        <a:lstStyle/>
        <a:p>
          <a:r>
            <a:rPr lang="en-US"/>
            <a:t>2-Borrow books</a:t>
          </a:r>
        </a:p>
      </dgm:t>
    </dgm:pt>
    <dgm:pt modelId="{47893879-B925-4B73-B095-AF32AAD1C5FF}" type="parTrans" cxnId="{6AE5DEE2-687E-49D6-9558-7E8A8F3BD013}">
      <dgm:prSet/>
      <dgm:spPr/>
      <dgm:t>
        <a:bodyPr/>
        <a:lstStyle/>
        <a:p>
          <a:endParaRPr lang="en-US"/>
        </a:p>
      </dgm:t>
    </dgm:pt>
    <dgm:pt modelId="{A9234760-95DB-4093-936E-950F573D4F14}" type="sibTrans" cxnId="{6AE5DEE2-687E-49D6-9558-7E8A8F3BD013}">
      <dgm:prSet/>
      <dgm:spPr/>
      <dgm:t>
        <a:bodyPr/>
        <a:lstStyle/>
        <a:p>
          <a:endParaRPr lang="en-US"/>
        </a:p>
      </dgm:t>
    </dgm:pt>
    <dgm:pt modelId="{24E89E40-F1E2-47E3-9C43-DED83E8486C6}">
      <dgm:prSet/>
      <dgm:spPr/>
      <dgm:t>
        <a:bodyPr/>
        <a:lstStyle/>
        <a:p>
          <a:r>
            <a:rPr lang="en-US"/>
            <a:t>3-Return books</a:t>
          </a:r>
        </a:p>
      </dgm:t>
    </dgm:pt>
    <dgm:pt modelId="{7C4B42BD-691B-48D9-8506-3545439F747A}" type="parTrans" cxnId="{AA8DE051-3A10-42DC-A6BC-0CF6CE83FDB4}">
      <dgm:prSet/>
      <dgm:spPr/>
      <dgm:t>
        <a:bodyPr/>
        <a:lstStyle/>
        <a:p>
          <a:endParaRPr lang="en-US"/>
        </a:p>
      </dgm:t>
    </dgm:pt>
    <dgm:pt modelId="{7257F8E1-A4BC-4CFF-BC0B-88C62F8BE48D}" type="sibTrans" cxnId="{AA8DE051-3A10-42DC-A6BC-0CF6CE83FDB4}">
      <dgm:prSet/>
      <dgm:spPr/>
      <dgm:t>
        <a:bodyPr/>
        <a:lstStyle/>
        <a:p>
          <a:endParaRPr lang="en-US"/>
        </a:p>
      </dgm:t>
    </dgm:pt>
    <dgm:pt modelId="{3A30FEDC-285D-4503-9CF0-923AFE28B284}">
      <dgm:prSet/>
      <dgm:spPr/>
      <dgm:t>
        <a:bodyPr/>
        <a:lstStyle/>
        <a:p>
          <a:r>
            <a:rPr lang="en-US"/>
            <a:t>4-Save books to a JSON file</a:t>
          </a:r>
        </a:p>
      </dgm:t>
    </dgm:pt>
    <dgm:pt modelId="{E64A755F-FD53-4F04-A85D-0F479799A9F7}" type="parTrans" cxnId="{B072EF37-4FD9-4AD8-8B47-E8CDD54A17E5}">
      <dgm:prSet/>
      <dgm:spPr/>
      <dgm:t>
        <a:bodyPr/>
        <a:lstStyle/>
        <a:p>
          <a:endParaRPr lang="en-US"/>
        </a:p>
      </dgm:t>
    </dgm:pt>
    <dgm:pt modelId="{9FE7963E-9298-498E-96E7-9C2666CAC9C3}" type="sibTrans" cxnId="{B072EF37-4FD9-4AD8-8B47-E8CDD54A17E5}">
      <dgm:prSet/>
      <dgm:spPr/>
      <dgm:t>
        <a:bodyPr/>
        <a:lstStyle/>
        <a:p>
          <a:endParaRPr lang="en-US"/>
        </a:p>
      </dgm:t>
    </dgm:pt>
    <dgm:pt modelId="{850E0ADC-2408-488F-875C-49B8063DED2D}">
      <dgm:prSet/>
      <dgm:spPr/>
      <dgm:t>
        <a:bodyPr/>
        <a:lstStyle/>
        <a:p>
          <a:r>
            <a:rPr lang="en-US"/>
            <a:t>5-Load books from a JSON file</a:t>
          </a:r>
        </a:p>
      </dgm:t>
    </dgm:pt>
    <dgm:pt modelId="{7A27D540-EC29-41D3-963B-790D28F1DAB1}" type="parTrans" cxnId="{FE5535D6-2F87-438E-A32F-8A035770DD00}">
      <dgm:prSet/>
      <dgm:spPr/>
      <dgm:t>
        <a:bodyPr/>
        <a:lstStyle/>
        <a:p>
          <a:endParaRPr lang="en-US"/>
        </a:p>
      </dgm:t>
    </dgm:pt>
    <dgm:pt modelId="{04C3CCF3-19F4-4F46-8896-3EA95D3AAEA8}" type="sibTrans" cxnId="{FE5535D6-2F87-438E-A32F-8A035770DD00}">
      <dgm:prSet/>
      <dgm:spPr/>
      <dgm:t>
        <a:bodyPr/>
        <a:lstStyle/>
        <a:p>
          <a:endParaRPr lang="en-US"/>
        </a:p>
      </dgm:t>
    </dgm:pt>
    <dgm:pt modelId="{72263E62-7C47-486E-A1EC-F0848A1997E7}">
      <dgm:prSet/>
      <dgm:spPr/>
      <dgm:t>
        <a:bodyPr/>
        <a:lstStyle/>
        <a:p>
          <a:r>
            <a:rPr lang="en-US"/>
            <a:t>6-Make a backup file</a:t>
          </a:r>
        </a:p>
      </dgm:t>
    </dgm:pt>
    <dgm:pt modelId="{86213F13-C081-4FB5-8193-C00A93AA19C9}" type="parTrans" cxnId="{71130FF6-EE32-4347-8199-D94583413A3C}">
      <dgm:prSet/>
      <dgm:spPr/>
      <dgm:t>
        <a:bodyPr/>
        <a:lstStyle/>
        <a:p>
          <a:endParaRPr lang="en-US"/>
        </a:p>
      </dgm:t>
    </dgm:pt>
    <dgm:pt modelId="{C2D68ACE-9CB7-44E4-AB0B-998DE78F5694}" type="sibTrans" cxnId="{71130FF6-EE32-4347-8199-D94583413A3C}">
      <dgm:prSet/>
      <dgm:spPr/>
      <dgm:t>
        <a:bodyPr/>
        <a:lstStyle/>
        <a:p>
          <a:endParaRPr lang="en-US"/>
        </a:p>
      </dgm:t>
    </dgm:pt>
    <dgm:pt modelId="{19A2A989-C6DE-4CEB-810E-B288002A9F0B}">
      <dgm:prSet/>
      <dgm:spPr/>
      <dgm:t>
        <a:bodyPr/>
        <a:lstStyle/>
        <a:p>
          <a:r>
            <a:rPr lang="en-US"/>
            <a:t>Store info book :</a:t>
          </a:r>
        </a:p>
      </dgm:t>
    </dgm:pt>
    <dgm:pt modelId="{B80F18BD-8111-4D85-AFFF-9A03B77ACECD}" type="parTrans" cxnId="{DC52B9CF-C980-4016-A0CD-E96388F4A97C}">
      <dgm:prSet/>
      <dgm:spPr/>
      <dgm:t>
        <a:bodyPr/>
        <a:lstStyle/>
        <a:p>
          <a:endParaRPr lang="en-US"/>
        </a:p>
      </dgm:t>
    </dgm:pt>
    <dgm:pt modelId="{1013EF88-72A5-4A5A-A7B8-1E21DD4A1453}" type="sibTrans" cxnId="{DC52B9CF-C980-4016-A0CD-E96388F4A97C}">
      <dgm:prSet/>
      <dgm:spPr/>
      <dgm:t>
        <a:bodyPr/>
        <a:lstStyle/>
        <a:p>
          <a:endParaRPr lang="en-US"/>
        </a:p>
      </dgm:t>
    </dgm:pt>
    <dgm:pt modelId="{774173A7-1D82-49ED-B957-E5C948BA7B44}">
      <dgm:prSet/>
      <dgm:spPr/>
      <dgm:t>
        <a:bodyPr/>
        <a:lstStyle/>
        <a:p>
          <a:r>
            <a:rPr lang="en-US"/>
            <a:t>Book_id, title, author, year, category, status, borrower_name</a:t>
          </a:r>
        </a:p>
      </dgm:t>
    </dgm:pt>
    <dgm:pt modelId="{7A0EB366-7717-46B1-9301-EF9320457F0B}" type="parTrans" cxnId="{8AADDC17-4F4D-40CD-8980-3839AED64530}">
      <dgm:prSet/>
      <dgm:spPr/>
      <dgm:t>
        <a:bodyPr/>
        <a:lstStyle/>
        <a:p>
          <a:endParaRPr lang="en-US"/>
        </a:p>
      </dgm:t>
    </dgm:pt>
    <dgm:pt modelId="{850EFF23-EBD4-48DB-AABA-2D98905E70DF}" type="sibTrans" cxnId="{8AADDC17-4F4D-40CD-8980-3839AED64530}">
      <dgm:prSet/>
      <dgm:spPr/>
      <dgm:t>
        <a:bodyPr/>
        <a:lstStyle/>
        <a:p>
          <a:endParaRPr lang="en-US"/>
        </a:p>
      </dgm:t>
    </dgm:pt>
    <dgm:pt modelId="{71C54584-BF7C-4415-9B3E-C5D16EE1934D}" type="pres">
      <dgm:prSet presAssocID="{527CB9B6-B1CE-44B3-842A-E749473C6327}" presName="Name0" presStyleCnt="0">
        <dgm:presLayoutVars>
          <dgm:dir/>
          <dgm:resizeHandles val="exact"/>
        </dgm:presLayoutVars>
      </dgm:prSet>
      <dgm:spPr/>
    </dgm:pt>
    <dgm:pt modelId="{60B37DB6-6403-4529-9795-9E30DF8E0B21}" type="pres">
      <dgm:prSet presAssocID="{48FA1CE4-A4B0-4DDF-B108-7963D1716CE8}" presName="node" presStyleLbl="node1" presStyleIdx="0" presStyleCnt="9">
        <dgm:presLayoutVars>
          <dgm:bulletEnabled val="1"/>
        </dgm:presLayoutVars>
      </dgm:prSet>
      <dgm:spPr/>
    </dgm:pt>
    <dgm:pt modelId="{0AA78732-DE85-4302-BC20-AF346FA94241}" type="pres">
      <dgm:prSet presAssocID="{64094788-C463-4EA5-BB54-27705BACB31D}" presName="sibTrans" presStyleLbl="sibTrans1D1" presStyleIdx="0" presStyleCnt="8"/>
      <dgm:spPr/>
    </dgm:pt>
    <dgm:pt modelId="{F2A0FDE8-2354-462C-BE77-B11B296424B5}" type="pres">
      <dgm:prSet presAssocID="{64094788-C463-4EA5-BB54-27705BACB31D}" presName="connectorText" presStyleLbl="sibTrans1D1" presStyleIdx="0" presStyleCnt="8"/>
      <dgm:spPr/>
    </dgm:pt>
    <dgm:pt modelId="{3F159CDB-7968-4E17-83AF-74217294A6EC}" type="pres">
      <dgm:prSet presAssocID="{1F3E529E-7325-4BAE-A2B7-42E3CEC06A4C}" presName="node" presStyleLbl="node1" presStyleIdx="1" presStyleCnt="9">
        <dgm:presLayoutVars>
          <dgm:bulletEnabled val="1"/>
        </dgm:presLayoutVars>
      </dgm:prSet>
      <dgm:spPr/>
    </dgm:pt>
    <dgm:pt modelId="{6D026187-25ED-4164-BC69-EC04DD1FB8D1}" type="pres">
      <dgm:prSet presAssocID="{1D24B69F-7837-4004-8107-DE1A32491A70}" presName="sibTrans" presStyleLbl="sibTrans1D1" presStyleIdx="1" presStyleCnt="8"/>
      <dgm:spPr/>
    </dgm:pt>
    <dgm:pt modelId="{A9D81FE2-03B5-487B-ABF4-921F91BADB79}" type="pres">
      <dgm:prSet presAssocID="{1D24B69F-7837-4004-8107-DE1A32491A70}" presName="connectorText" presStyleLbl="sibTrans1D1" presStyleIdx="1" presStyleCnt="8"/>
      <dgm:spPr/>
    </dgm:pt>
    <dgm:pt modelId="{A02759D1-6334-45D6-B176-874F9CC57DE5}" type="pres">
      <dgm:prSet presAssocID="{37EEBDC1-A968-459E-A5E9-36EF07EF43BA}" presName="node" presStyleLbl="node1" presStyleIdx="2" presStyleCnt="9">
        <dgm:presLayoutVars>
          <dgm:bulletEnabled val="1"/>
        </dgm:presLayoutVars>
      </dgm:prSet>
      <dgm:spPr/>
    </dgm:pt>
    <dgm:pt modelId="{E4CFD25F-3D4F-40E2-8BAA-93074C1390BC}" type="pres">
      <dgm:prSet presAssocID="{A9234760-95DB-4093-936E-950F573D4F14}" presName="sibTrans" presStyleLbl="sibTrans1D1" presStyleIdx="2" presStyleCnt="8"/>
      <dgm:spPr/>
    </dgm:pt>
    <dgm:pt modelId="{64B115D8-9639-4244-97C7-6A32B9AF3CBF}" type="pres">
      <dgm:prSet presAssocID="{A9234760-95DB-4093-936E-950F573D4F14}" presName="connectorText" presStyleLbl="sibTrans1D1" presStyleIdx="2" presStyleCnt="8"/>
      <dgm:spPr/>
    </dgm:pt>
    <dgm:pt modelId="{05C8BA99-016D-4A1A-8206-B91E998E831C}" type="pres">
      <dgm:prSet presAssocID="{24E89E40-F1E2-47E3-9C43-DED83E8486C6}" presName="node" presStyleLbl="node1" presStyleIdx="3" presStyleCnt="9">
        <dgm:presLayoutVars>
          <dgm:bulletEnabled val="1"/>
        </dgm:presLayoutVars>
      </dgm:prSet>
      <dgm:spPr/>
    </dgm:pt>
    <dgm:pt modelId="{133AB4F4-5A90-4F08-90FD-A4BD8334DC29}" type="pres">
      <dgm:prSet presAssocID="{7257F8E1-A4BC-4CFF-BC0B-88C62F8BE48D}" presName="sibTrans" presStyleLbl="sibTrans1D1" presStyleIdx="3" presStyleCnt="8"/>
      <dgm:spPr/>
    </dgm:pt>
    <dgm:pt modelId="{C2AAB303-52BF-4F8A-AD00-983CF77592EB}" type="pres">
      <dgm:prSet presAssocID="{7257F8E1-A4BC-4CFF-BC0B-88C62F8BE48D}" presName="connectorText" presStyleLbl="sibTrans1D1" presStyleIdx="3" presStyleCnt="8"/>
      <dgm:spPr/>
    </dgm:pt>
    <dgm:pt modelId="{B2EF99BD-08CB-4087-9174-C6E9FEDFB7E7}" type="pres">
      <dgm:prSet presAssocID="{3A30FEDC-285D-4503-9CF0-923AFE28B284}" presName="node" presStyleLbl="node1" presStyleIdx="4" presStyleCnt="9">
        <dgm:presLayoutVars>
          <dgm:bulletEnabled val="1"/>
        </dgm:presLayoutVars>
      </dgm:prSet>
      <dgm:spPr/>
    </dgm:pt>
    <dgm:pt modelId="{E8A702F7-8DEF-4E15-9304-DD7590FF3E43}" type="pres">
      <dgm:prSet presAssocID="{9FE7963E-9298-498E-96E7-9C2666CAC9C3}" presName="sibTrans" presStyleLbl="sibTrans1D1" presStyleIdx="4" presStyleCnt="8"/>
      <dgm:spPr/>
    </dgm:pt>
    <dgm:pt modelId="{D8958A60-BD06-4198-8C1C-B10A2C7C2269}" type="pres">
      <dgm:prSet presAssocID="{9FE7963E-9298-498E-96E7-9C2666CAC9C3}" presName="connectorText" presStyleLbl="sibTrans1D1" presStyleIdx="4" presStyleCnt="8"/>
      <dgm:spPr/>
    </dgm:pt>
    <dgm:pt modelId="{35BC5CF1-D017-4B5C-8210-618B1F046E6A}" type="pres">
      <dgm:prSet presAssocID="{850E0ADC-2408-488F-875C-49B8063DED2D}" presName="node" presStyleLbl="node1" presStyleIdx="5" presStyleCnt="9">
        <dgm:presLayoutVars>
          <dgm:bulletEnabled val="1"/>
        </dgm:presLayoutVars>
      </dgm:prSet>
      <dgm:spPr/>
    </dgm:pt>
    <dgm:pt modelId="{1EC0E3B2-D4FE-4550-A5E4-269A3B1F4F06}" type="pres">
      <dgm:prSet presAssocID="{04C3CCF3-19F4-4F46-8896-3EA95D3AAEA8}" presName="sibTrans" presStyleLbl="sibTrans1D1" presStyleIdx="5" presStyleCnt="8"/>
      <dgm:spPr/>
    </dgm:pt>
    <dgm:pt modelId="{97971497-1F1A-47DA-8B43-68CA9C1CF877}" type="pres">
      <dgm:prSet presAssocID="{04C3CCF3-19F4-4F46-8896-3EA95D3AAEA8}" presName="connectorText" presStyleLbl="sibTrans1D1" presStyleIdx="5" presStyleCnt="8"/>
      <dgm:spPr/>
    </dgm:pt>
    <dgm:pt modelId="{1BE8FFE6-1A10-4912-BFCD-FB1B4E4B078A}" type="pres">
      <dgm:prSet presAssocID="{72263E62-7C47-486E-A1EC-F0848A1997E7}" presName="node" presStyleLbl="node1" presStyleIdx="6" presStyleCnt="9">
        <dgm:presLayoutVars>
          <dgm:bulletEnabled val="1"/>
        </dgm:presLayoutVars>
      </dgm:prSet>
      <dgm:spPr/>
    </dgm:pt>
    <dgm:pt modelId="{67000611-AFD5-4CB4-9C10-9743F5C58BF2}" type="pres">
      <dgm:prSet presAssocID="{C2D68ACE-9CB7-44E4-AB0B-998DE78F5694}" presName="sibTrans" presStyleLbl="sibTrans1D1" presStyleIdx="6" presStyleCnt="8"/>
      <dgm:spPr/>
    </dgm:pt>
    <dgm:pt modelId="{50869062-0D4E-42B9-ACFB-0FB36072A42B}" type="pres">
      <dgm:prSet presAssocID="{C2D68ACE-9CB7-44E4-AB0B-998DE78F5694}" presName="connectorText" presStyleLbl="sibTrans1D1" presStyleIdx="6" presStyleCnt="8"/>
      <dgm:spPr/>
    </dgm:pt>
    <dgm:pt modelId="{B78F53B2-8285-4FDF-AC00-DD72F0464452}" type="pres">
      <dgm:prSet presAssocID="{19A2A989-C6DE-4CEB-810E-B288002A9F0B}" presName="node" presStyleLbl="node1" presStyleIdx="7" presStyleCnt="9">
        <dgm:presLayoutVars>
          <dgm:bulletEnabled val="1"/>
        </dgm:presLayoutVars>
      </dgm:prSet>
      <dgm:spPr/>
    </dgm:pt>
    <dgm:pt modelId="{E8F4A301-9B51-41CE-B93F-5BC00D1958CD}" type="pres">
      <dgm:prSet presAssocID="{1013EF88-72A5-4A5A-A7B8-1E21DD4A1453}" presName="sibTrans" presStyleLbl="sibTrans1D1" presStyleIdx="7" presStyleCnt="8"/>
      <dgm:spPr/>
    </dgm:pt>
    <dgm:pt modelId="{274B7916-DA0F-4FDB-886F-ADD0776277F1}" type="pres">
      <dgm:prSet presAssocID="{1013EF88-72A5-4A5A-A7B8-1E21DD4A1453}" presName="connectorText" presStyleLbl="sibTrans1D1" presStyleIdx="7" presStyleCnt="8"/>
      <dgm:spPr/>
    </dgm:pt>
    <dgm:pt modelId="{08422498-6372-4833-A141-82EE43E1C3C7}" type="pres">
      <dgm:prSet presAssocID="{774173A7-1D82-49ED-B957-E5C948BA7B44}" presName="node" presStyleLbl="node1" presStyleIdx="8" presStyleCnt="9">
        <dgm:presLayoutVars>
          <dgm:bulletEnabled val="1"/>
        </dgm:presLayoutVars>
      </dgm:prSet>
      <dgm:spPr/>
    </dgm:pt>
  </dgm:ptLst>
  <dgm:cxnLst>
    <dgm:cxn modelId="{368FBF03-A639-49B5-9EB4-4078B0FC8D2D}" type="presOf" srcId="{19A2A989-C6DE-4CEB-810E-B288002A9F0B}" destId="{B78F53B2-8285-4FDF-AC00-DD72F0464452}" srcOrd="0" destOrd="0" presId="urn:microsoft.com/office/officeart/2016/7/layout/RepeatingBendingProcessNew"/>
    <dgm:cxn modelId="{29A79609-4F6E-4D2E-9F21-26F077750760}" type="presOf" srcId="{1F3E529E-7325-4BAE-A2B7-42E3CEC06A4C}" destId="{3F159CDB-7968-4E17-83AF-74217294A6EC}" srcOrd="0" destOrd="0" presId="urn:microsoft.com/office/officeart/2016/7/layout/RepeatingBendingProcessNew"/>
    <dgm:cxn modelId="{0038A810-EEC9-429E-8FFC-AF7CF9170866}" type="presOf" srcId="{527CB9B6-B1CE-44B3-842A-E749473C6327}" destId="{71C54584-BF7C-4415-9B3E-C5D16EE1934D}" srcOrd="0" destOrd="0" presId="urn:microsoft.com/office/officeart/2016/7/layout/RepeatingBendingProcessNew"/>
    <dgm:cxn modelId="{8AADDC17-4F4D-40CD-8980-3839AED64530}" srcId="{527CB9B6-B1CE-44B3-842A-E749473C6327}" destId="{774173A7-1D82-49ED-B957-E5C948BA7B44}" srcOrd="8" destOrd="0" parTransId="{7A0EB366-7717-46B1-9301-EF9320457F0B}" sibTransId="{850EFF23-EBD4-48DB-AABA-2D98905E70DF}"/>
    <dgm:cxn modelId="{D72F3523-B99B-4D81-8562-B98561E30136}" type="presOf" srcId="{C2D68ACE-9CB7-44E4-AB0B-998DE78F5694}" destId="{50869062-0D4E-42B9-ACFB-0FB36072A42B}" srcOrd="1" destOrd="0" presId="urn:microsoft.com/office/officeart/2016/7/layout/RepeatingBendingProcessNew"/>
    <dgm:cxn modelId="{AD5B7525-5789-4AE2-B030-C1C6CFA9E380}" type="presOf" srcId="{24E89E40-F1E2-47E3-9C43-DED83E8486C6}" destId="{05C8BA99-016D-4A1A-8206-B91E998E831C}" srcOrd="0" destOrd="0" presId="urn:microsoft.com/office/officeart/2016/7/layout/RepeatingBendingProcessNew"/>
    <dgm:cxn modelId="{4F3E2F27-B9FC-464F-953B-16C3A3778676}" type="presOf" srcId="{48FA1CE4-A4B0-4DDF-B108-7963D1716CE8}" destId="{60B37DB6-6403-4529-9795-9E30DF8E0B21}" srcOrd="0" destOrd="0" presId="urn:microsoft.com/office/officeart/2016/7/layout/RepeatingBendingProcessNew"/>
    <dgm:cxn modelId="{B072EF37-4FD9-4AD8-8B47-E8CDD54A17E5}" srcId="{527CB9B6-B1CE-44B3-842A-E749473C6327}" destId="{3A30FEDC-285D-4503-9CF0-923AFE28B284}" srcOrd="4" destOrd="0" parTransId="{E64A755F-FD53-4F04-A85D-0F479799A9F7}" sibTransId="{9FE7963E-9298-498E-96E7-9C2666CAC9C3}"/>
    <dgm:cxn modelId="{0636473D-4FA2-4106-A7A3-F8E9ACEEA9AA}" type="presOf" srcId="{7257F8E1-A4BC-4CFF-BC0B-88C62F8BE48D}" destId="{C2AAB303-52BF-4F8A-AD00-983CF77592EB}" srcOrd="1" destOrd="0" presId="urn:microsoft.com/office/officeart/2016/7/layout/RepeatingBendingProcessNew"/>
    <dgm:cxn modelId="{01D7403F-89CD-4A48-853A-32562BD22B3C}" type="presOf" srcId="{1D24B69F-7837-4004-8107-DE1A32491A70}" destId="{A9D81FE2-03B5-487B-ABF4-921F91BADB79}" srcOrd="1" destOrd="0" presId="urn:microsoft.com/office/officeart/2016/7/layout/RepeatingBendingProcessNew"/>
    <dgm:cxn modelId="{9629BA64-29E4-4CF1-9738-CBC8E1443E01}" type="presOf" srcId="{64094788-C463-4EA5-BB54-27705BACB31D}" destId="{0AA78732-DE85-4302-BC20-AF346FA94241}" srcOrd="0" destOrd="0" presId="urn:microsoft.com/office/officeart/2016/7/layout/RepeatingBendingProcessNew"/>
    <dgm:cxn modelId="{0871F664-3AE7-41B5-B7C1-CDB2C7C90020}" type="presOf" srcId="{850E0ADC-2408-488F-875C-49B8063DED2D}" destId="{35BC5CF1-D017-4B5C-8210-618B1F046E6A}" srcOrd="0" destOrd="0" presId="urn:microsoft.com/office/officeart/2016/7/layout/RepeatingBendingProcessNew"/>
    <dgm:cxn modelId="{009B9647-CBA5-481C-A221-C6D25ED56604}" type="presOf" srcId="{A9234760-95DB-4093-936E-950F573D4F14}" destId="{64B115D8-9639-4244-97C7-6A32B9AF3CBF}" srcOrd="1" destOrd="0" presId="urn:microsoft.com/office/officeart/2016/7/layout/RepeatingBendingProcessNew"/>
    <dgm:cxn modelId="{9B8C554F-CBE8-43F1-883E-E9C2E4FA46F6}" type="presOf" srcId="{774173A7-1D82-49ED-B957-E5C948BA7B44}" destId="{08422498-6372-4833-A141-82EE43E1C3C7}" srcOrd="0" destOrd="0" presId="urn:microsoft.com/office/officeart/2016/7/layout/RepeatingBendingProcessNew"/>
    <dgm:cxn modelId="{AA8DE051-3A10-42DC-A6BC-0CF6CE83FDB4}" srcId="{527CB9B6-B1CE-44B3-842A-E749473C6327}" destId="{24E89E40-F1E2-47E3-9C43-DED83E8486C6}" srcOrd="3" destOrd="0" parTransId="{7C4B42BD-691B-48D9-8506-3545439F747A}" sibTransId="{7257F8E1-A4BC-4CFF-BC0B-88C62F8BE48D}"/>
    <dgm:cxn modelId="{0132C78A-E6CF-4CBF-B74E-22B63CCB4FD8}" type="presOf" srcId="{04C3CCF3-19F4-4F46-8896-3EA95D3AAEA8}" destId="{1EC0E3B2-D4FE-4550-A5E4-269A3B1F4F06}" srcOrd="0" destOrd="0" presId="urn:microsoft.com/office/officeart/2016/7/layout/RepeatingBendingProcessNew"/>
    <dgm:cxn modelId="{46B8418B-5255-48BD-AA29-3D764C527D31}" srcId="{527CB9B6-B1CE-44B3-842A-E749473C6327}" destId="{1F3E529E-7325-4BAE-A2B7-42E3CEC06A4C}" srcOrd="1" destOrd="0" parTransId="{CDA8CFC3-C9B0-4459-B922-6DDF505459C8}" sibTransId="{1D24B69F-7837-4004-8107-DE1A32491A70}"/>
    <dgm:cxn modelId="{21A2688C-2220-4BB5-8C65-CE43A6FEC472}" type="presOf" srcId="{A9234760-95DB-4093-936E-950F573D4F14}" destId="{E4CFD25F-3D4F-40E2-8BAA-93074C1390BC}" srcOrd="0" destOrd="0" presId="urn:microsoft.com/office/officeart/2016/7/layout/RepeatingBendingProcessNew"/>
    <dgm:cxn modelId="{B3360E90-CA05-469B-A10F-55A68456FEDD}" srcId="{527CB9B6-B1CE-44B3-842A-E749473C6327}" destId="{48FA1CE4-A4B0-4DDF-B108-7963D1716CE8}" srcOrd="0" destOrd="0" parTransId="{C4C99365-A828-44B9-A4D0-80EE992C9411}" sibTransId="{64094788-C463-4EA5-BB54-27705BACB31D}"/>
    <dgm:cxn modelId="{B1C2AC92-BE89-4BE3-9169-351589B1BCE6}" type="presOf" srcId="{1013EF88-72A5-4A5A-A7B8-1E21DD4A1453}" destId="{274B7916-DA0F-4FDB-886F-ADD0776277F1}" srcOrd="1" destOrd="0" presId="urn:microsoft.com/office/officeart/2016/7/layout/RepeatingBendingProcessNew"/>
    <dgm:cxn modelId="{1707D89D-75D9-4508-98C0-900692CB6630}" type="presOf" srcId="{7257F8E1-A4BC-4CFF-BC0B-88C62F8BE48D}" destId="{133AB4F4-5A90-4F08-90FD-A4BD8334DC29}" srcOrd="0" destOrd="0" presId="urn:microsoft.com/office/officeart/2016/7/layout/RepeatingBendingProcessNew"/>
    <dgm:cxn modelId="{FE9E16A7-CD1A-41E4-BFEE-8D609B9DED25}" type="presOf" srcId="{3A30FEDC-285D-4503-9CF0-923AFE28B284}" destId="{B2EF99BD-08CB-4087-9174-C6E9FEDFB7E7}" srcOrd="0" destOrd="0" presId="urn:microsoft.com/office/officeart/2016/7/layout/RepeatingBendingProcessNew"/>
    <dgm:cxn modelId="{87913CAD-C750-4768-9B01-D88B48B4E04D}" type="presOf" srcId="{9FE7963E-9298-498E-96E7-9C2666CAC9C3}" destId="{E8A702F7-8DEF-4E15-9304-DD7590FF3E43}" srcOrd="0" destOrd="0" presId="urn:microsoft.com/office/officeart/2016/7/layout/RepeatingBendingProcessNew"/>
    <dgm:cxn modelId="{EDA698B7-7BAA-4082-97AB-96DCFBB6F352}" type="presOf" srcId="{1D24B69F-7837-4004-8107-DE1A32491A70}" destId="{6D026187-25ED-4164-BC69-EC04DD1FB8D1}" srcOrd="0" destOrd="0" presId="urn:microsoft.com/office/officeart/2016/7/layout/RepeatingBendingProcessNew"/>
    <dgm:cxn modelId="{DD182CBE-F77A-4375-8EF3-F22AF44B71B9}" type="presOf" srcId="{1013EF88-72A5-4A5A-A7B8-1E21DD4A1453}" destId="{E8F4A301-9B51-41CE-B93F-5BC00D1958CD}" srcOrd="0" destOrd="0" presId="urn:microsoft.com/office/officeart/2016/7/layout/RepeatingBendingProcessNew"/>
    <dgm:cxn modelId="{DC52B9CF-C980-4016-A0CD-E96388F4A97C}" srcId="{527CB9B6-B1CE-44B3-842A-E749473C6327}" destId="{19A2A989-C6DE-4CEB-810E-B288002A9F0B}" srcOrd="7" destOrd="0" parTransId="{B80F18BD-8111-4D85-AFFF-9A03B77ACECD}" sibTransId="{1013EF88-72A5-4A5A-A7B8-1E21DD4A1453}"/>
    <dgm:cxn modelId="{E91660D3-2EEB-4889-94BC-B99477A8A35B}" type="presOf" srcId="{72263E62-7C47-486E-A1EC-F0848A1997E7}" destId="{1BE8FFE6-1A10-4912-BFCD-FB1B4E4B078A}" srcOrd="0" destOrd="0" presId="urn:microsoft.com/office/officeart/2016/7/layout/RepeatingBendingProcessNew"/>
    <dgm:cxn modelId="{FE5535D6-2F87-438E-A32F-8A035770DD00}" srcId="{527CB9B6-B1CE-44B3-842A-E749473C6327}" destId="{850E0ADC-2408-488F-875C-49B8063DED2D}" srcOrd="5" destOrd="0" parTransId="{7A27D540-EC29-41D3-963B-790D28F1DAB1}" sibTransId="{04C3CCF3-19F4-4F46-8896-3EA95D3AAEA8}"/>
    <dgm:cxn modelId="{521C6BDE-8CBE-480A-A0B0-DD98ECF1780B}" type="presOf" srcId="{04C3CCF3-19F4-4F46-8896-3EA95D3AAEA8}" destId="{97971497-1F1A-47DA-8B43-68CA9C1CF877}" srcOrd="1" destOrd="0" presId="urn:microsoft.com/office/officeart/2016/7/layout/RepeatingBendingProcessNew"/>
    <dgm:cxn modelId="{90DF52DE-EA84-4C1B-A964-7867E9DDC381}" type="presOf" srcId="{37EEBDC1-A968-459E-A5E9-36EF07EF43BA}" destId="{A02759D1-6334-45D6-B176-874F9CC57DE5}" srcOrd="0" destOrd="0" presId="urn:microsoft.com/office/officeart/2016/7/layout/RepeatingBendingProcessNew"/>
    <dgm:cxn modelId="{C3153BDF-6413-40CC-922E-B158289633C9}" type="presOf" srcId="{64094788-C463-4EA5-BB54-27705BACB31D}" destId="{F2A0FDE8-2354-462C-BE77-B11B296424B5}" srcOrd="1" destOrd="0" presId="urn:microsoft.com/office/officeart/2016/7/layout/RepeatingBendingProcessNew"/>
    <dgm:cxn modelId="{6AE5DEE2-687E-49D6-9558-7E8A8F3BD013}" srcId="{527CB9B6-B1CE-44B3-842A-E749473C6327}" destId="{37EEBDC1-A968-459E-A5E9-36EF07EF43BA}" srcOrd="2" destOrd="0" parTransId="{47893879-B925-4B73-B095-AF32AAD1C5FF}" sibTransId="{A9234760-95DB-4093-936E-950F573D4F14}"/>
    <dgm:cxn modelId="{CCAAF2E6-3B0A-4830-9F12-45BEA051682A}" type="presOf" srcId="{C2D68ACE-9CB7-44E4-AB0B-998DE78F5694}" destId="{67000611-AFD5-4CB4-9C10-9743F5C58BF2}" srcOrd="0" destOrd="0" presId="urn:microsoft.com/office/officeart/2016/7/layout/RepeatingBendingProcessNew"/>
    <dgm:cxn modelId="{71130FF6-EE32-4347-8199-D94583413A3C}" srcId="{527CB9B6-B1CE-44B3-842A-E749473C6327}" destId="{72263E62-7C47-486E-A1EC-F0848A1997E7}" srcOrd="6" destOrd="0" parTransId="{86213F13-C081-4FB5-8193-C00A93AA19C9}" sibTransId="{C2D68ACE-9CB7-44E4-AB0B-998DE78F5694}"/>
    <dgm:cxn modelId="{4D84B9FD-96F1-4362-9465-29125D1AC318}" type="presOf" srcId="{9FE7963E-9298-498E-96E7-9C2666CAC9C3}" destId="{D8958A60-BD06-4198-8C1C-B10A2C7C2269}" srcOrd="1" destOrd="0" presId="urn:microsoft.com/office/officeart/2016/7/layout/RepeatingBendingProcessNew"/>
    <dgm:cxn modelId="{53F165A9-550F-484F-A9B5-AD38F91F49A9}" type="presParOf" srcId="{71C54584-BF7C-4415-9B3E-C5D16EE1934D}" destId="{60B37DB6-6403-4529-9795-9E30DF8E0B21}" srcOrd="0" destOrd="0" presId="urn:microsoft.com/office/officeart/2016/7/layout/RepeatingBendingProcessNew"/>
    <dgm:cxn modelId="{99342B9B-23BE-4CB9-9562-6116DA87C0A1}" type="presParOf" srcId="{71C54584-BF7C-4415-9B3E-C5D16EE1934D}" destId="{0AA78732-DE85-4302-BC20-AF346FA94241}" srcOrd="1" destOrd="0" presId="urn:microsoft.com/office/officeart/2016/7/layout/RepeatingBendingProcessNew"/>
    <dgm:cxn modelId="{B5BEC2C4-5345-446A-9638-9F4B06C8C1DE}" type="presParOf" srcId="{0AA78732-DE85-4302-BC20-AF346FA94241}" destId="{F2A0FDE8-2354-462C-BE77-B11B296424B5}" srcOrd="0" destOrd="0" presId="urn:microsoft.com/office/officeart/2016/7/layout/RepeatingBendingProcessNew"/>
    <dgm:cxn modelId="{FB7A47EA-7090-4461-8644-50AA9B990D56}" type="presParOf" srcId="{71C54584-BF7C-4415-9B3E-C5D16EE1934D}" destId="{3F159CDB-7968-4E17-83AF-74217294A6EC}" srcOrd="2" destOrd="0" presId="urn:microsoft.com/office/officeart/2016/7/layout/RepeatingBendingProcessNew"/>
    <dgm:cxn modelId="{DBCD9D25-791D-4C08-9317-C9366D095130}" type="presParOf" srcId="{71C54584-BF7C-4415-9B3E-C5D16EE1934D}" destId="{6D026187-25ED-4164-BC69-EC04DD1FB8D1}" srcOrd="3" destOrd="0" presId="urn:microsoft.com/office/officeart/2016/7/layout/RepeatingBendingProcessNew"/>
    <dgm:cxn modelId="{CF23190D-4DDA-4785-9A2B-2ED175E7ADE1}" type="presParOf" srcId="{6D026187-25ED-4164-BC69-EC04DD1FB8D1}" destId="{A9D81FE2-03B5-487B-ABF4-921F91BADB79}" srcOrd="0" destOrd="0" presId="urn:microsoft.com/office/officeart/2016/7/layout/RepeatingBendingProcessNew"/>
    <dgm:cxn modelId="{5C194BBF-19F7-4697-A756-640FE1515D60}" type="presParOf" srcId="{71C54584-BF7C-4415-9B3E-C5D16EE1934D}" destId="{A02759D1-6334-45D6-B176-874F9CC57DE5}" srcOrd="4" destOrd="0" presId="urn:microsoft.com/office/officeart/2016/7/layout/RepeatingBendingProcessNew"/>
    <dgm:cxn modelId="{C7E76213-DB01-480A-8221-342069B68671}" type="presParOf" srcId="{71C54584-BF7C-4415-9B3E-C5D16EE1934D}" destId="{E4CFD25F-3D4F-40E2-8BAA-93074C1390BC}" srcOrd="5" destOrd="0" presId="urn:microsoft.com/office/officeart/2016/7/layout/RepeatingBendingProcessNew"/>
    <dgm:cxn modelId="{27598EBE-33F5-4EE1-BA0B-8D90CFBB8FED}" type="presParOf" srcId="{E4CFD25F-3D4F-40E2-8BAA-93074C1390BC}" destId="{64B115D8-9639-4244-97C7-6A32B9AF3CBF}" srcOrd="0" destOrd="0" presId="urn:microsoft.com/office/officeart/2016/7/layout/RepeatingBendingProcessNew"/>
    <dgm:cxn modelId="{E3D5C5F5-7832-4068-8307-53F10F7BFE32}" type="presParOf" srcId="{71C54584-BF7C-4415-9B3E-C5D16EE1934D}" destId="{05C8BA99-016D-4A1A-8206-B91E998E831C}" srcOrd="6" destOrd="0" presId="urn:microsoft.com/office/officeart/2016/7/layout/RepeatingBendingProcessNew"/>
    <dgm:cxn modelId="{4E12D376-39D0-407B-A35F-D52A3570C07D}" type="presParOf" srcId="{71C54584-BF7C-4415-9B3E-C5D16EE1934D}" destId="{133AB4F4-5A90-4F08-90FD-A4BD8334DC29}" srcOrd="7" destOrd="0" presId="urn:microsoft.com/office/officeart/2016/7/layout/RepeatingBendingProcessNew"/>
    <dgm:cxn modelId="{3E937B6A-6E79-4639-8836-6210646D1FA1}" type="presParOf" srcId="{133AB4F4-5A90-4F08-90FD-A4BD8334DC29}" destId="{C2AAB303-52BF-4F8A-AD00-983CF77592EB}" srcOrd="0" destOrd="0" presId="urn:microsoft.com/office/officeart/2016/7/layout/RepeatingBendingProcessNew"/>
    <dgm:cxn modelId="{9652E376-D54F-4A11-B8DC-6DC08D919CBE}" type="presParOf" srcId="{71C54584-BF7C-4415-9B3E-C5D16EE1934D}" destId="{B2EF99BD-08CB-4087-9174-C6E9FEDFB7E7}" srcOrd="8" destOrd="0" presId="urn:microsoft.com/office/officeart/2016/7/layout/RepeatingBendingProcessNew"/>
    <dgm:cxn modelId="{A0D4BBDB-F07C-4A6F-947D-305BACF49BD5}" type="presParOf" srcId="{71C54584-BF7C-4415-9B3E-C5D16EE1934D}" destId="{E8A702F7-8DEF-4E15-9304-DD7590FF3E43}" srcOrd="9" destOrd="0" presId="urn:microsoft.com/office/officeart/2016/7/layout/RepeatingBendingProcessNew"/>
    <dgm:cxn modelId="{CB7E451E-DE79-46C3-96B0-A956CB157C0C}" type="presParOf" srcId="{E8A702F7-8DEF-4E15-9304-DD7590FF3E43}" destId="{D8958A60-BD06-4198-8C1C-B10A2C7C2269}" srcOrd="0" destOrd="0" presId="urn:microsoft.com/office/officeart/2016/7/layout/RepeatingBendingProcessNew"/>
    <dgm:cxn modelId="{5868CF07-AC1D-4E7F-B0DA-CD6B43BC5E2A}" type="presParOf" srcId="{71C54584-BF7C-4415-9B3E-C5D16EE1934D}" destId="{35BC5CF1-D017-4B5C-8210-618B1F046E6A}" srcOrd="10" destOrd="0" presId="urn:microsoft.com/office/officeart/2016/7/layout/RepeatingBendingProcessNew"/>
    <dgm:cxn modelId="{E9D939D7-F726-4069-ADE1-D842724A3CC1}" type="presParOf" srcId="{71C54584-BF7C-4415-9B3E-C5D16EE1934D}" destId="{1EC0E3B2-D4FE-4550-A5E4-269A3B1F4F06}" srcOrd="11" destOrd="0" presId="urn:microsoft.com/office/officeart/2016/7/layout/RepeatingBendingProcessNew"/>
    <dgm:cxn modelId="{5C8EE70F-0E8F-4645-96C9-006C0474088F}" type="presParOf" srcId="{1EC0E3B2-D4FE-4550-A5E4-269A3B1F4F06}" destId="{97971497-1F1A-47DA-8B43-68CA9C1CF877}" srcOrd="0" destOrd="0" presId="urn:microsoft.com/office/officeart/2016/7/layout/RepeatingBendingProcessNew"/>
    <dgm:cxn modelId="{0DEA5F09-FA74-43A1-A631-95080E6DB833}" type="presParOf" srcId="{71C54584-BF7C-4415-9B3E-C5D16EE1934D}" destId="{1BE8FFE6-1A10-4912-BFCD-FB1B4E4B078A}" srcOrd="12" destOrd="0" presId="urn:microsoft.com/office/officeart/2016/7/layout/RepeatingBendingProcessNew"/>
    <dgm:cxn modelId="{A38482D5-99F7-4E4D-88ED-04B15886B2BC}" type="presParOf" srcId="{71C54584-BF7C-4415-9B3E-C5D16EE1934D}" destId="{67000611-AFD5-4CB4-9C10-9743F5C58BF2}" srcOrd="13" destOrd="0" presId="urn:microsoft.com/office/officeart/2016/7/layout/RepeatingBendingProcessNew"/>
    <dgm:cxn modelId="{B76931DE-1ECC-4BF5-8596-9A6DED80E4F8}" type="presParOf" srcId="{67000611-AFD5-4CB4-9C10-9743F5C58BF2}" destId="{50869062-0D4E-42B9-ACFB-0FB36072A42B}" srcOrd="0" destOrd="0" presId="urn:microsoft.com/office/officeart/2016/7/layout/RepeatingBendingProcessNew"/>
    <dgm:cxn modelId="{128D2642-383D-4701-9A6C-6F3F05EAF9FF}" type="presParOf" srcId="{71C54584-BF7C-4415-9B3E-C5D16EE1934D}" destId="{B78F53B2-8285-4FDF-AC00-DD72F0464452}" srcOrd="14" destOrd="0" presId="urn:microsoft.com/office/officeart/2016/7/layout/RepeatingBendingProcessNew"/>
    <dgm:cxn modelId="{C3348D8F-E68A-4159-9875-478B77B0E07D}" type="presParOf" srcId="{71C54584-BF7C-4415-9B3E-C5D16EE1934D}" destId="{E8F4A301-9B51-41CE-B93F-5BC00D1958CD}" srcOrd="15" destOrd="0" presId="urn:microsoft.com/office/officeart/2016/7/layout/RepeatingBendingProcessNew"/>
    <dgm:cxn modelId="{C0EDF0ED-26EA-46AE-92DC-7A076AAC4525}" type="presParOf" srcId="{E8F4A301-9B51-41CE-B93F-5BC00D1958CD}" destId="{274B7916-DA0F-4FDB-886F-ADD0776277F1}" srcOrd="0" destOrd="0" presId="urn:microsoft.com/office/officeart/2016/7/layout/RepeatingBendingProcessNew"/>
    <dgm:cxn modelId="{8FF497AB-226B-4C6D-8467-9937B97ABA3C}" type="presParOf" srcId="{71C54584-BF7C-4415-9B3E-C5D16EE1934D}" destId="{08422498-6372-4833-A141-82EE43E1C3C7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D5B6EC-6785-4733-96DD-A57650CF0A7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15C76E-886C-4860-9747-AFF62F9456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What the system needs:</a:t>
          </a:r>
          <a:endParaRPr lang="en-US"/>
        </a:p>
      </dgm:t>
    </dgm:pt>
    <dgm:pt modelId="{F27F653A-C9F8-4356-A915-64B8A26E8409}" type="parTrans" cxnId="{9676A675-1EC2-469E-930B-D77E3F134A8C}">
      <dgm:prSet/>
      <dgm:spPr/>
      <dgm:t>
        <a:bodyPr/>
        <a:lstStyle/>
        <a:p>
          <a:endParaRPr lang="en-US"/>
        </a:p>
      </dgm:t>
    </dgm:pt>
    <dgm:pt modelId="{2183740D-E2E7-4CD3-A89F-0C267B66C4F4}" type="sibTrans" cxnId="{9676A675-1EC2-469E-930B-D77E3F134A8C}">
      <dgm:prSet/>
      <dgm:spPr/>
      <dgm:t>
        <a:bodyPr/>
        <a:lstStyle/>
        <a:p>
          <a:endParaRPr lang="en-US"/>
        </a:p>
      </dgm:t>
    </dgm:pt>
    <dgm:pt modelId="{9991879A-1366-4E2A-8897-CED57EBB92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Store book data</a:t>
          </a:r>
          <a:endParaRPr lang="en-US"/>
        </a:p>
      </dgm:t>
    </dgm:pt>
    <dgm:pt modelId="{012BD297-7463-4E5A-81DE-FAD3A7AE4C66}" type="parTrans" cxnId="{6F064F5C-9974-4821-922C-6B1A9144D48F}">
      <dgm:prSet/>
      <dgm:spPr/>
      <dgm:t>
        <a:bodyPr/>
        <a:lstStyle/>
        <a:p>
          <a:endParaRPr lang="en-US"/>
        </a:p>
      </dgm:t>
    </dgm:pt>
    <dgm:pt modelId="{CBA7B49A-977E-4E2E-9930-8AEE3D053A13}" type="sibTrans" cxnId="{6F064F5C-9974-4821-922C-6B1A9144D48F}">
      <dgm:prSet/>
      <dgm:spPr/>
      <dgm:t>
        <a:bodyPr/>
        <a:lstStyle/>
        <a:p>
          <a:endParaRPr lang="en-US"/>
        </a:p>
      </dgm:t>
    </dgm:pt>
    <dgm:pt modelId="{BAB76A09-9E58-4B42-A3E6-8BD0CBAE58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Track borrowed books</a:t>
          </a:r>
          <a:endParaRPr lang="en-US"/>
        </a:p>
      </dgm:t>
    </dgm:pt>
    <dgm:pt modelId="{A7E4FBAB-44B0-48E1-893F-2F5CF8B0F0A8}" type="parTrans" cxnId="{922C267D-7D2F-4383-A649-008C4BEA09BB}">
      <dgm:prSet/>
      <dgm:spPr/>
      <dgm:t>
        <a:bodyPr/>
        <a:lstStyle/>
        <a:p>
          <a:endParaRPr lang="en-US"/>
        </a:p>
      </dgm:t>
    </dgm:pt>
    <dgm:pt modelId="{314B65BC-D8C7-4B19-8EC1-B4B8EAEE3A39}" type="sibTrans" cxnId="{922C267D-7D2F-4383-A649-008C4BEA09BB}">
      <dgm:prSet/>
      <dgm:spPr/>
      <dgm:t>
        <a:bodyPr/>
        <a:lstStyle/>
        <a:p>
          <a:endParaRPr lang="en-US"/>
        </a:p>
      </dgm:t>
    </dgm:pt>
    <dgm:pt modelId="{24284969-B87E-48F8-8C4B-61F8F24059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Know who borrowed each book</a:t>
          </a:r>
          <a:endParaRPr lang="en-US"/>
        </a:p>
      </dgm:t>
    </dgm:pt>
    <dgm:pt modelId="{5E4FD3B8-3A06-413B-9961-C2D5D8582E21}" type="parTrans" cxnId="{630FBA6C-4967-4FEE-A704-70DA85FF8578}">
      <dgm:prSet/>
      <dgm:spPr/>
      <dgm:t>
        <a:bodyPr/>
        <a:lstStyle/>
        <a:p>
          <a:endParaRPr lang="en-US"/>
        </a:p>
      </dgm:t>
    </dgm:pt>
    <dgm:pt modelId="{0FA60ABD-0559-4AAA-A402-1230746B8C9F}" type="sibTrans" cxnId="{630FBA6C-4967-4FEE-A704-70DA85FF8578}">
      <dgm:prSet/>
      <dgm:spPr/>
      <dgm:t>
        <a:bodyPr/>
        <a:lstStyle/>
        <a:p>
          <a:endParaRPr lang="en-US"/>
        </a:p>
      </dgm:t>
    </dgm:pt>
    <dgm:pt modelId="{3B37C274-3D34-4FF8-85BE-BB6D7705B4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Save and load data</a:t>
          </a:r>
          <a:endParaRPr lang="en-US"/>
        </a:p>
      </dgm:t>
    </dgm:pt>
    <dgm:pt modelId="{D69CABA9-9466-44AD-9563-09F05A3A1EFA}" type="parTrans" cxnId="{7DB37A89-A7D2-4763-9BB9-EEE3B6B93B57}">
      <dgm:prSet/>
      <dgm:spPr/>
      <dgm:t>
        <a:bodyPr/>
        <a:lstStyle/>
        <a:p>
          <a:endParaRPr lang="en-US"/>
        </a:p>
      </dgm:t>
    </dgm:pt>
    <dgm:pt modelId="{61E700BA-2A92-4D2D-BCFF-E2976A04A328}" type="sibTrans" cxnId="{7DB37A89-A7D2-4763-9BB9-EEE3B6B93B57}">
      <dgm:prSet/>
      <dgm:spPr/>
      <dgm:t>
        <a:bodyPr/>
        <a:lstStyle/>
        <a:p>
          <a:endParaRPr lang="en-US"/>
        </a:p>
      </dgm:t>
    </dgm:pt>
    <dgm:pt modelId="{B5C156A1-7E2E-4E70-866A-FB3923F431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Such as:</a:t>
          </a:r>
          <a:endParaRPr lang="en-US"/>
        </a:p>
      </dgm:t>
    </dgm:pt>
    <dgm:pt modelId="{21B1C4BB-B4EC-4681-AFFA-484DC7CE3F57}" type="parTrans" cxnId="{931E38AF-6A46-4656-9066-839569995D85}">
      <dgm:prSet/>
      <dgm:spPr/>
      <dgm:t>
        <a:bodyPr/>
        <a:lstStyle/>
        <a:p>
          <a:endParaRPr lang="en-US"/>
        </a:p>
      </dgm:t>
    </dgm:pt>
    <dgm:pt modelId="{DEC3E947-41E3-460F-A796-41FB3ECA0CC6}" type="sibTrans" cxnId="{931E38AF-6A46-4656-9066-839569995D85}">
      <dgm:prSet/>
      <dgm:spPr/>
      <dgm:t>
        <a:bodyPr/>
        <a:lstStyle/>
        <a:p>
          <a:endParaRPr lang="en-US"/>
        </a:p>
      </dgm:t>
    </dgm:pt>
    <dgm:pt modelId="{55DC958A-EE75-4674-A88E-2C888000109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Users: students, librarians</a:t>
          </a:r>
          <a:endParaRPr lang="en-US"/>
        </a:p>
      </dgm:t>
    </dgm:pt>
    <dgm:pt modelId="{D50B65F9-3628-4470-8C14-2784D2E31806}" type="parTrans" cxnId="{4D9CD8F9-FE28-4BD5-8754-4C146441C644}">
      <dgm:prSet/>
      <dgm:spPr/>
      <dgm:t>
        <a:bodyPr/>
        <a:lstStyle/>
        <a:p>
          <a:endParaRPr lang="en-US"/>
        </a:p>
      </dgm:t>
    </dgm:pt>
    <dgm:pt modelId="{C0751393-7FEC-49C8-9695-B385F4D271D2}" type="sibTrans" cxnId="{4D9CD8F9-FE28-4BD5-8754-4C146441C644}">
      <dgm:prSet/>
      <dgm:spPr/>
      <dgm:t>
        <a:bodyPr/>
        <a:lstStyle/>
        <a:p>
          <a:endParaRPr lang="en-US"/>
        </a:p>
      </dgm:t>
    </dgm:pt>
    <dgm:pt modelId="{12E3C78B-A58D-4F9F-ACE2-7B8A7998197E}" type="pres">
      <dgm:prSet presAssocID="{C7D5B6EC-6785-4733-96DD-A57650CF0A76}" presName="root" presStyleCnt="0">
        <dgm:presLayoutVars>
          <dgm:dir/>
          <dgm:resizeHandles val="exact"/>
        </dgm:presLayoutVars>
      </dgm:prSet>
      <dgm:spPr/>
    </dgm:pt>
    <dgm:pt modelId="{B906F71E-D725-43E2-82A1-FEE7898E8B61}" type="pres">
      <dgm:prSet presAssocID="{4A15C76E-886C-4860-9747-AFF62F945659}" presName="compNode" presStyleCnt="0"/>
      <dgm:spPr/>
    </dgm:pt>
    <dgm:pt modelId="{8BA0124E-57D4-4386-B06C-F0389B2C7195}" type="pres">
      <dgm:prSet presAssocID="{4A15C76E-886C-4860-9747-AFF62F945659}" presName="bgRect" presStyleLbl="bgShp" presStyleIdx="0" presStyleCnt="7"/>
      <dgm:spPr/>
    </dgm:pt>
    <dgm:pt modelId="{BA738974-3402-431C-AECA-041F7BACEBA5}" type="pres">
      <dgm:prSet presAssocID="{4A15C76E-886C-4860-9747-AFF62F945659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21B92A0-52E1-4664-B4AB-A966B412D6B7}" type="pres">
      <dgm:prSet presAssocID="{4A15C76E-886C-4860-9747-AFF62F945659}" presName="spaceRect" presStyleCnt="0"/>
      <dgm:spPr/>
    </dgm:pt>
    <dgm:pt modelId="{E1650264-1E26-4ADA-BE10-EFC8ADC64F2A}" type="pres">
      <dgm:prSet presAssocID="{4A15C76E-886C-4860-9747-AFF62F945659}" presName="parTx" presStyleLbl="revTx" presStyleIdx="0" presStyleCnt="7">
        <dgm:presLayoutVars>
          <dgm:chMax val="0"/>
          <dgm:chPref val="0"/>
        </dgm:presLayoutVars>
      </dgm:prSet>
      <dgm:spPr/>
    </dgm:pt>
    <dgm:pt modelId="{DBA806D4-874F-4849-91BA-4F84F248379C}" type="pres">
      <dgm:prSet presAssocID="{2183740D-E2E7-4CD3-A89F-0C267B66C4F4}" presName="sibTrans" presStyleCnt="0"/>
      <dgm:spPr/>
    </dgm:pt>
    <dgm:pt modelId="{40F4F358-FCD6-4165-AEC9-167CC75C38BB}" type="pres">
      <dgm:prSet presAssocID="{9991879A-1366-4E2A-8897-CED57EBB9221}" presName="compNode" presStyleCnt="0"/>
      <dgm:spPr/>
    </dgm:pt>
    <dgm:pt modelId="{ABAFA392-F624-481A-9BEE-58256DA1C1D3}" type="pres">
      <dgm:prSet presAssocID="{9991879A-1366-4E2A-8897-CED57EBB9221}" presName="bgRect" presStyleLbl="bgShp" presStyleIdx="1" presStyleCnt="7"/>
      <dgm:spPr/>
    </dgm:pt>
    <dgm:pt modelId="{CD575D8F-4B21-4E52-A71A-C5E18BE5E26C}" type="pres">
      <dgm:prSet presAssocID="{9991879A-1366-4E2A-8897-CED57EBB922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E51C080-9725-402B-AC28-E31B24105A0F}" type="pres">
      <dgm:prSet presAssocID="{9991879A-1366-4E2A-8897-CED57EBB9221}" presName="spaceRect" presStyleCnt="0"/>
      <dgm:spPr/>
    </dgm:pt>
    <dgm:pt modelId="{21C3E2E9-5DE1-4608-8550-AA47C45A74AF}" type="pres">
      <dgm:prSet presAssocID="{9991879A-1366-4E2A-8897-CED57EBB9221}" presName="parTx" presStyleLbl="revTx" presStyleIdx="1" presStyleCnt="7">
        <dgm:presLayoutVars>
          <dgm:chMax val="0"/>
          <dgm:chPref val="0"/>
        </dgm:presLayoutVars>
      </dgm:prSet>
      <dgm:spPr/>
    </dgm:pt>
    <dgm:pt modelId="{ACBFEE7E-C8BF-4D53-ADF4-7C2C2C3664BE}" type="pres">
      <dgm:prSet presAssocID="{CBA7B49A-977E-4E2E-9930-8AEE3D053A13}" presName="sibTrans" presStyleCnt="0"/>
      <dgm:spPr/>
    </dgm:pt>
    <dgm:pt modelId="{FA13007E-2F26-44E8-9D74-21796B000E6B}" type="pres">
      <dgm:prSet presAssocID="{BAB76A09-9E58-4B42-A3E6-8BD0CBAE58EF}" presName="compNode" presStyleCnt="0"/>
      <dgm:spPr/>
    </dgm:pt>
    <dgm:pt modelId="{CE0A84A7-517E-4EC8-936A-1C670BECDAE4}" type="pres">
      <dgm:prSet presAssocID="{BAB76A09-9E58-4B42-A3E6-8BD0CBAE58EF}" presName="bgRect" presStyleLbl="bgShp" presStyleIdx="2" presStyleCnt="7"/>
      <dgm:spPr/>
    </dgm:pt>
    <dgm:pt modelId="{3A9433AF-3A8F-42B4-841A-35A8A915A99E}" type="pres">
      <dgm:prSet presAssocID="{BAB76A09-9E58-4B42-A3E6-8BD0CBAE58EF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4A813CE-5AB8-403C-A7D2-227FA0A869F1}" type="pres">
      <dgm:prSet presAssocID="{BAB76A09-9E58-4B42-A3E6-8BD0CBAE58EF}" presName="spaceRect" presStyleCnt="0"/>
      <dgm:spPr/>
    </dgm:pt>
    <dgm:pt modelId="{E77F93C0-286A-4F69-A4A0-17354969C1CF}" type="pres">
      <dgm:prSet presAssocID="{BAB76A09-9E58-4B42-A3E6-8BD0CBAE58EF}" presName="parTx" presStyleLbl="revTx" presStyleIdx="2" presStyleCnt="7">
        <dgm:presLayoutVars>
          <dgm:chMax val="0"/>
          <dgm:chPref val="0"/>
        </dgm:presLayoutVars>
      </dgm:prSet>
      <dgm:spPr/>
    </dgm:pt>
    <dgm:pt modelId="{8A20E593-3FD4-4024-A631-EB9145E05710}" type="pres">
      <dgm:prSet presAssocID="{314B65BC-D8C7-4B19-8EC1-B4B8EAEE3A39}" presName="sibTrans" presStyleCnt="0"/>
      <dgm:spPr/>
    </dgm:pt>
    <dgm:pt modelId="{7C3BED69-6E67-4D70-B2F5-DC1763E8131E}" type="pres">
      <dgm:prSet presAssocID="{24284969-B87E-48F8-8C4B-61F8F24059B9}" presName="compNode" presStyleCnt="0"/>
      <dgm:spPr/>
    </dgm:pt>
    <dgm:pt modelId="{94F1AE50-7849-4A0B-B239-1213CAB5C53F}" type="pres">
      <dgm:prSet presAssocID="{24284969-B87E-48F8-8C4B-61F8F24059B9}" presName="bgRect" presStyleLbl="bgShp" presStyleIdx="3" presStyleCnt="7"/>
      <dgm:spPr/>
    </dgm:pt>
    <dgm:pt modelId="{1F7D97FD-18A1-4F99-B1FD-73F70D8D87FF}" type="pres">
      <dgm:prSet presAssocID="{24284969-B87E-48F8-8C4B-61F8F24059B9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1F7D3621-4F7A-4D4E-9AE0-37AC514C5F3D}" type="pres">
      <dgm:prSet presAssocID="{24284969-B87E-48F8-8C4B-61F8F24059B9}" presName="spaceRect" presStyleCnt="0"/>
      <dgm:spPr/>
    </dgm:pt>
    <dgm:pt modelId="{816F277B-5680-4AF8-ADC5-4ED9CB29116E}" type="pres">
      <dgm:prSet presAssocID="{24284969-B87E-48F8-8C4B-61F8F24059B9}" presName="parTx" presStyleLbl="revTx" presStyleIdx="3" presStyleCnt="7">
        <dgm:presLayoutVars>
          <dgm:chMax val="0"/>
          <dgm:chPref val="0"/>
        </dgm:presLayoutVars>
      </dgm:prSet>
      <dgm:spPr/>
    </dgm:pt>
    <dgm:pt modelId="{ABA54606-3694-4BAF-A34A-367659695AA8}" type="pres">
      <dgm:prSet presAssocID="{0FA60ABD-0559-4AAA-A402-1230746B8C9F}" presName="sibTrans" presStyleCnt="0"/>
      <dgm:spPr/>
    </dgm:pt>
    <dgm:pt modelId="{0A28FEBD-F792-4B0E-80A6-2805BBE90B8A}" type="pres">
      <dgm:prSet presAssocID="{3B37C274-3D34-4FF8-85BE-BB6D7705B459}" presName="compNode" presStyleCnt="0"/>
      <dgm:spPr/>
    </dgm:pt>
    <dgm:pt modelId="{388B48D7-AE9D-4130-AB69-7C5D7C7DD4AC}" type="pres">
      <dgm:prSet presAssocID="{3B37C274-3D34-4FF8-85BE-BB6D7705B459}" presName="bgRect" presStyleLbl="bgShp" presStyleIdx="4" presStyleCnt="7"/>
      <dgm:spPr/>
    </dgm:pt>
    <dgm:pt modelId="{8F4BA925-A12E-43A8-96FD-260AEF374B4D}" type="pres">
      <dgm:prSet presAssocID="{3B37C274-3D34-4FF8-85BE-BB6D7705B45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93E406AC-663A-4FF5-B0A7-0F18E9AC72DB}" type="pres">
      <dgm:prSet presAssocID="{3B37C274-3D34-4FF8-85BE-BB6D7705B459}" presName="spaceRect" presStyleCnt="0"/>
      <dgm:spPr/>
    </dgm:pt>
    <dgm:pt modelId="{CD48A2C5-B5B5-475A-887C-EA128390F7C3}" type="pres">
      <dgm:prSet presAssocID="{3B37C274-3D34-4FF8-85BE-BB6D7705B459}" presName="parTx" presStyleLbl="revTx" presStyleIdx="4" presStyleCnt="7">
        <dgm:presLayoutVars>
          <dgm:chMax val="0"/>
          <dgm:chPref val="0"/>
        </dgm:presLayoutVars>
      </dgm:prSet>
      <dgm:spPr/>
    </dgm:pt>
    <dgm:pt modelId="{89D8B1FC-74F0-40AB-B2DA-E3293C74FDF3}" type="pres">
      <dgm:prSet presAssocID="{61E700BA-2A92-4D2D-BCFF-E2976A04A328}" presName="sibTrans" presStyleCnt="0"/>
      <dgm:spPr/>
    </dgm:pt>
    <dgm:pt modelId="{EF0E8C55-60A4-41A1-AF90-6D9C9715DCDE}" type="pres">
      <dgm:prSet presAssocID="{B5C156A1-7E2E-4E70-866A-FB3923F43151}" presName="compNode" presStyleCnt="0"/>
      <dgm:spPr/>
    </dgm:pt>
    <dgm:pt modelId="{7F179144-2F92-423D-AAF1-5AF4B0C30449}" type="pres">
      <dgm:prSet presAssocID="{B5C156A1-7E2E-4E70-866A-FB3923F43151}" presName="bgRect" presStyleLbl="bgShp" presStyleIdx="5" presStyleCnt="7"/>
      <dgm:spPr/>
    </dgm:pt>
    <dgm:pt modelId="{B7DF3DD4-5365-4027-85B1-7BAEBFC7A7A0}" type="pres">
      <dgm:prSet presAssocID="{B5C156A1-7E2E-4E70-866A-FB3923F43151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D7D912D-6567-441F-870E-B2C7C689911C}" type="pres">
      <dgm:prSet presAssocID="{B5C156A1-7E2E-4E70-866A-FB3923F43151}" presName="spaceRect" presStyleCnt="0"/>
      <dgm:spPr/>
    </dgm:pt>
    <dgm:pt modelId="{07FAB5CA-E67F-4637-9431-B497352DF45C}" type="pres">
      <dgm:prSet presAssocID="{B5C156A1-7E2E-4E70-866A-FB3923F43151}" presName="parTx" presStyleLbl="revTx" presStyleIdx="5" presStyleCnt="7">
        <dgm:presLayoutVars>
          <dgm:chMax val="0"/>
          <dgm:chPref val="0"/>
        </dgm:presLayoutVars>
      </dgm:prSet>
      <dgm:spPr/>
    </dgm:pt>
    <dgm:pt modelId="{4B6B9C92-76EE-4537-9B9F-96613521661A}" type="pres">
      <dgm:prSet presAssocID="{DEC3E947-41E3-460F-A796-41FB3ECA0CC6}" presName="sibTrans" presStyleCnt="0"/>
      <dgm:spPr/>
    </dgm:pt>
    <dgm:pt modelId="{16990FAA-6F44-437F-A3BB-5EF4158704C4}" type="pres">
      <dgm:prSet presAssocID="{55DC958A-EE75-4674-A88E-2C888000109D}" presName="compNode" presStyleCnt="0"/>
      <dgm:spPr/>
    </dgm:pt>
    <dgm:pt modelId="{C34AC0BB-3E3B-4647-966F-5A5B30F9C6F3}" type="pres">
      <dgm:prSet presAssocID="{55DC958A-EE75-4674-A88E-2C888000109D}" presName="bgRect" presStyleLbl="bgShp" presStyleIdx="6" presStyleCnt="7"/>
      <dgm:spPr/>
    </dgm:pt>
    <dgm:pt modelId="{F77DE899-D9FB-42FE-92D6-E6E4BF0F4909}" type="pres">
      <dgm:prSet presAssocID="{55DC958A-EE75-4674-A88E-2C888000109D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DD7BA044-B5B8-45FD-90FE-84AA8CC6798C}" type="pres">
      <dgm:prSet presAssocID="{55DC958A-EE75-4674-A88E-2C888000109D}" presName="spaceRect" presStyleCnt="0"/>
      <dgm:spPr/>
    </dgm:pt>
    <dgm:pt modelId="{EE89D214-F1C8-4854-8A0D-C80493683354}" type="pres">
      <dgm:prSet presAssocID="{55DC958A-EE75-4674-A88E-2C888000109D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C5E7C419-0977-4DCF-A033-8F6A5949AAEA}" type="presOf" srcId="{9991879A-1366-4E2A-8897-CED57EBB9221}" destId="{21C3E2E9-5DE1-4608-8550-AA47C45A74AF}" srcOrd="0" destOrd="0" presId="urn:microsoft.com/office/officeart/2018/2/layout/IconVerticalSolidList"/>
    <dgm:cxn modelId="{0A8D9E38-05DF-48FB-B41E-88525D53591E}" type="presOf" srcId="{3B37C274-3D34-4FF8-85BE-BB6D7705B459}" destId="{CD48A2C5-B5B5-475A-887C-EA128390F7C3}" srcOrd="0" destOrd="0" presId="urn:microsoft.com/office/officeart/2018/2/layout/IconVerticalSolidList"/>
    <dgm:cxn modelId="{6F064F5C-9974-4821-922C-6B1A9144D48F}" srcId="{C7D5B6EC-6785-4733-96DD-A57650CF0A76}" destId="{9991879A-1366-4E2A-8897-CED57EBB9221}" srcOrd="1" destOrd="0" parTransId="{012BD297-7463-4E5A-81DE-FAD3A7AE4C66}" sibTransId="{CBA7B49A-977E-4E2E-9930-8AEE3D053A13}"/>
    <dgm:cxn modelId="{43148264-A544-4192-9376-B533634912D5}" type="presOf" srcId="{B5C156A1-7E2E-4E70-866A-FB3923F43151}" destId="{07FAB5CA-E67F-4637-9431-B497352DF45C}" srcOrd="0" destOrd="0" presId="urn:microsoft.com/office/officeart/2018/2/layout/IconVerticalSolidList"/>
    <dgm:cxn modelId="{630FBA6C-4967-4FEE-A704-70DA85FF8578}" srcId="{C7D5B6EC-6785-4733-96DD-A57650CF0A76}" destId="{24284969-B87E-48F8-8C4B-61F8F24059B9}" srcOrd="3" destOrd="0" parTransId="{5E4FD3B8-3A06-413B-9961-C2D5D8582E21}" sibTransId="{0FA60ABD-0559-4AAA-A402-1230746B8C9F}"/>
    <dgm:cxn modelId="{07CB9271-C7D9-4ECC-B5D2-B243FCED9B45}" type="presOf" srcId="{24284969-B87E-48F8-8C4B-61F8F24059B9}" destId="{816F277B-5680-4AF8-ADC5-4ED9CB29116E}" srcOrd="0" destOrd="0" presId="urn:microsoft.com/office/officeart/2018/2/layout/IconVerticalSolidList"/>
    <dgm:cxn modelId="{9676A675-1EC2-469E-930B-D77E3F134A8C}" srcId="{C7D5B6EC-6785-4733-96DD-A57650CF0A76}" destId="{4A15C76E-886C-4860-9747-AFF62F945659}" srcOrd="0" destOrd="0" parTransId="{F27F653A-C9F8-4356-A915-64B8A26E8409}" sibTransId="{2183740D-E2E7-4CD3-A89F-0C267B66C4F4}"/>
    <dgm:cxn modelId="{922C267D-7D2F-4383-A649-008C4BEA09BB}" srcId="{C7D5B6EC-6785-4733-96DD-A57650CF0A76}" destId="{BAB76A09-9E58-4B42-A3E6-8BD0CBAE58EF}" srcOrd="2" destOrd="0" parTransId="{A7E4FBAB-44B0-48E1-893F-2F5CF8B0F0A8}" sibTransId="{314B65BC-D8C7-4B19-8EC1-B4B8EAEE3A39}"/>
    <dgm:cxn modelId="{7DB37A89-A7D2-4763-9BB9-EEE3B6B93B57}" srcId="{C7D5B6EC-6785-4733-96DD-A57650CF0A76}" destId="{3B37C274-3D34-4FF8-85BE-BB6D7705B459}" srcOrd="4" destOrd="0" parTransId="{D69CABA9-9466-44AD-9563-09F05A3A1EFA}" sibTransId="{61E700BA-2A92-4D2D-BCFF-E2976A04A328}"/>
    <dgm:cxn modelId="{11762C8A-D4A9-4983-BE2E-C57C413CB65E}" type="presOf" srcId="{4A15C76E-886C-4860-9747-AFF62F945659}" destId="{E1650264-1E26-4ADA-BE10-EFC8ADC64F2A}" srcOrd="0" destOrd="0" presId="urn:microsoft.com/office/officeart/2018/2/layout/IconVerticalSolidList"/>
    <dgm:cxn modelId="{07EC1C99-C588-4195-8952-8567AD6B972C}" type="presOf" srcId="{55DC958A-EE75-4674-A88E-2C888000109D}" destId="{EE89D214-F1C8-4854-8A0D-C80493683354}" srcOrd="0" destOrd="0" presId="urn:microsoft.com/office/officeart/2018/2/layout/IconVerticalSolidList"/>
    <dgm:cxn modelId="{931E38AF-6A46-4656-9066-839569995D85}" srcId="{C7D5B6EC-6785-4733-96DD-A57650CF0A76}" destId="{B5C156A1-7E2E-4E70-866A-FB3923F43151}" srcOrd="5" destOrd="0" parTransId="{21B1C4BB-B4EC-4681-AFFA-484DC7CE3F57}" sibTransId="{DEC3E947-41E3-460F-A796-41FB3ECA0CC6}"/>
    <dgm:cxn modelId="{A38121B5-A937-47A4-9741-012D082F929B}" type="presOf" srcId="{C7D5B6EC-6785-4733-96DD-A57650CF0A76}" destId="{12E3C78B-A58D-4F9F-ACE2-7B8A7998197E}" srcOrd="0" destOrd="0" presId="urn:microsoft.com/office/officeart/2018/2/layout/IconVerticalSolidList"/>
    <dgm:cxn modelId="{58F677BD-34D2-459E-BEF9-8ED412FC936B}" type="presOf" srcId="{BAB76A09-9E58-4B42-A3E6-8BD0CBAE58EF}" destId="{E77F93C0-286A-4F69-A4A0-17354969C1CF}" srcOrd="0" destOrd="0" presId="urn:microsoft.com/office/officeart/2018/2/layout/IconVerticalSolidList"/>
    <dgm:cxn modelId="{4D9CD8F9-FE28-4BD5-8754-4C146441C644}" srcId="{C7D5B6EC-6785-4733-96DD-A57650CF0A76}" destId="{55DC958A-EE75-4674-A88E-2C888000109D}" srcOrd="6" destOrd="0" parTransId="{D50B65F9-3628-4470-8C14-2784D2E31806}" sibTransId="{C0751393-7FEC-49C8-9695-B385F4D271D2}"/>
    <dgm:cxn modelId="{33986CDA-C624-474C-81C6-DD876C989356}" type="presParOf" srcId="{12E3C78B-A58D-4F9F-ACE2-7B8A7998197E}" destId="{B906F71E-D725-43E2-82A1-FEE7898E8B61}" srcOrd="0" destOrd="0" presId="urn:microsoft.com/office/officeart/2018/2/layout/IconVerticalSolidList"/>
    <dgm:cxn modelId="{09325CCC-53E5-4A6A-8543-7B6A84297EA6}" type="presParOf" srcId="{B906F71E-D725-43E2-82A1-FEE7898E8B61}" destId="{8BA0124E-57D4-4386-B06C-F0389B2C7195}" srcOrd="0" destOrd="0" presId="urn:microsoft.com/office/officeart/2018/2/layout/IconVerticalSolidList"/>
    <dgm:cxn modelId="{FB0BC557-71EA-44D3-BE9B-A6ED803C2F5D}" type="presParOf" srcId="{B906F71E-D725-43E2-82A1-FEE7898E8B61}" destId="{BA738974-3402-431C-AECA-041F7BACEBA5}" srcOrd="1" destOrd="0" presId="urn:microsoft.com/office/officeart/2018/2/layout/IconVerticalSolidList"/>
    <dgm:cxn modelId="{6EF10427-22F4-4364-BA8F-7452962054B6}" type="presParOf" srcId="{B906F71E-D725-43E2-82A1-FEE7898E8B61}" destId="{B21B92A0-52E1-4664-B4AB-A966B412D6B7}" srcOrd="2" destOrd="0" presId="urn:microsoft.com/office/officeart/2018/2/layout/IconVerticalSolidList"/>
    <dgm:cxn modelId="{31B4CC79-8565-41F7-A0DE-9309CCF190A5}" type="presParOf" srcId="{B906F71E-D725-43E2-82A1-FEE7898E8B61}" destId="{E1650264-1E26-4ADA-BE10-EFC8ADC64F2A}" srcOrd="3" destOrd="0" presId="urn:microsoft.com/office/officeart/2018/2/layout/IconVerticalSolidList"/>
    <dgm:cxn modelId="{DE13E531-0664-4A78-84BE-CA7828A1DC6B}" type="presParOf" srcId="{12E3C78B-A58D-4F9F-ACE2-7B8A7998197E}" destId="{DBA806D4-874F-4849-91BA-4F84F248379C}" srcOrd="1" destOrd="0" presId="urn:microsoft.com/office/officeart/2018/2/layout/IconVerticalSolidList"/>
    <dgm:cxn modelId="{5CFE3F82-CF19-4B5E-A7EE-7C3E5D48AA78}" type="presParOf" srcId="{12E3C78B-A58D-4F9F-ACE2-7B8A7998197E}" destId="{40F4F358-FCD6-4165-AEC9-167CC75C38BB}" srcOrd="2" destOrd="0" presId="urn:microsoft.com/office/officeart/2018/2/layout/IconVerticalSolidList"/>
    <dgm:cxn modelId="{8FEB284B-4EA4-48BB-8B3B-D3BF721A5B8B}" type="presParOf" srcId="{40F4F358-FCD6-4165-AEC9-167CC75C38BB}" destId="{ABAFA392-F624-481A-9BEE-58256DA1C1D3}" srcOrd="0" destOrd="0" presId="urn:microsoft.com/office/officeart/2018/2/layout/IconVerticalSolidList"/>
    <dgm:cxn modelId="{494ABE71-69DA-4A9F-92C8-AF904E269CC7}" type="presParOf" srcId="{40F4F358-FCD6-4165-AEC9-167CC75C38BB}" destId="{CD575D8F-4B21-4E52-A71A-C5E18BE5E26C}" srcOrd="1" destOrd="0" presId="urn:microsoft.com/office/officeart/2018/2/layout/IconVerticalSolidList"/>
    <dgm:cxn modelId="{C4E98F0D-280E-492A-BC31-A41B24364AD4}" type="presParOf" srcId="{40F4F358-FCD6-4165-AEC9-167CC75C38BB}" destId="{9E51C080-9725-402B-AC28-E31B24105A0F}" srcOrd="2" destOrd="0" presId="urn:microsoft.com/office/officeart/2018/2/layout/IconVerticalSolidList"/>
    <dgm:cxn modelId="{FF54956B-BE8C-4699-9332-DF248D4FDA58}" type="presParOf" srcId="{40F4F358-FCD6-4165-AEC9-167CC75C38BB}" destId="{21C3E2E9-5DE1-4608-8550-AA47C45A74AF}" srcOrd="3" destOrd="0" presId="urn:microsoft.com/office/officeart/2018/2/layout/IconVerticalSolidList"/>
    <dgm:cxn modelId="{F61652A0-03F6-46D1-A367-E32CD13C8E1F}" type="presParOf" srcId="{12E3C78B-A58D-4F9F-ACE2-7B8A7998197E}" destId="{ACBFEE7E-C8BF-4D53-ADF4-7C2C2C3664BE}" srcOrd="3" destOrd="0" presId="urn:microsoft.com/office/officeart/2018/2/layout/IconVerticalSolidList"/>
    <dgm:cxn modelId="{C37950BF-35AE-4D02-8249-85BACEB2E09E}" type="presParOf" srcId="{12E3C78B-A58D-4F9F-ACE2-7B8A7998197E}" destId="{FA13007E-2F26-44E8-9D74-21796B000E6B}" srcOrd="4" destOrd="0" presId="urn:microsoft.com/office/officeart/2018/2/layout/IconVerticalSolidList"/>
    <dgm:cxn modelId="{7C63A247-518D-4E87-87CF-CA5F8229496C}" type="presParOf" srcId="{FA13007E-2F26-44E8-9D74-21796B000E6B}" destId="{CE0A84A7-517E-4EC8-936A-1C670BECDAE4}" srcOrd="0" destOrd="0" presId="urn:microsoft.com/office/officeart/2018/2/layout/IconVerticalSolidList"/>
    <dgm:cxn modelId="{2E1849BA-707F-49CA-A35D-A31BEAC9B375}" type="presParOf" srcId="{FA13007E-2F26-44E8-9D74-21796B000E6B}" destId="{3A9433AF-3A8F-42B4-841A-35A8A915A99E}" srcOrd="1" destOrd="0" presId="urn:microsoft.com/office/officeart/2018/2/layout/IconVerticalSolidList"/>
    <dgm:cxn modelId="{0E7B4DDA-CA65-4439-A134-4EAF5D502E08}" type="presParOf" srcId="{FA13007E-2F26-44E8-9D74-21796B000E6B}" destId="{34A813CE-5AB8-403C-A7D2-227FA0A869F1}" srcOrd="2" destOrd="0" presId="urn:microsoft.com/office/officeart/2018/2/layout/IconVerticalSolidList"/>
    <dgm:cxn modelId="{C8E9F470-FB5B-4C20-AFD4-2A13FB409B5F}" type="presParOf" srcId="{FA13007E-2F26-44E8-9D74-21796B000E6B}" destId="{E77F93C0-286A-4F69-A4A0-17354969C1CF}" srcOrd="3" destOrd="0" presId="urn:microsoft.com/office/officeart/2018/2/layout/IconVerticalSolidList"/>
    <dgm:cxn modelId="{114161A9-AC44-4A35-9EC0-68B35DC27718}" type="presParOf" srcId="{12E3C78B-A58D-4F9F-ACE2-7B8A7998197E}" destId="{8A20E593-3FD4-4024-A631-EB9145E05710}" srcOrd="5" destOrd="0" presId="urn:microsoft.com/office/officeart/2018/2/layout/IconVerticalSolidList"/>
    <dgm:cxn modelId="{D8561E38-120B-486E-8214-18B53F3A8CCE}" type="presParOf" srcId="{12E3C78B-A58D-4F9F-ACE2-7B8A7998197E}" destId="{7C3BED69-6E67-4D70-B2F5-DC1763E8131E}" srcOrd="6" destOrd="0" presId="urn:microsoft.com/office/officeart/2018/2/layout/IconVerticalSolidList"/>
    <dgm:cxn modelId="{57E0FDEB-81B0-47B5-B4F3-88A7F5A9F278}" type="presParOf" srcId="{7C3BED69-6E67-4D70-B2F5-DC1763E8131E}" destId="{94F1AE50-7849-4A0B-B239-1213CAB5C53F}" srcOrd="0" destOrd="0" presId="urn:microsoft.com/office/officeart/2018/2/layout/IconVerticalSolidList"/>
    <dgm:cxn modelId="{1DFF3876-3560-4D20-B4D0-8C383884DB7C}" type="presParOf" srcId="{7C3BED69-6E67-4D70-B2F5-DC1763E8131E}" destId="{1F7D97FD-18A1-4F99-B1FD-73F70D8D87FF}" srcOrd="1" destOrd="0" presId="urn:microsoft.com/office/officeart/2018/2/layout/IconVerticalSolidList"/>
    <dgm:cxn modelId="{5318AE0F-CF18-4731-BF4F-61057337CE58}" type="presParOf" srcId="{7C3BED69-6E67-4D70-B2F5-DC1763E8131E}" destId="{1F7D3621-4F7A-4D4E-9AE0-37AC514C5F3D}" srcOrd="2" destOrd="0" presId="urn:microsoft.com/office/officeart/2018/2/layout/IconVerticalSolidList"/>
    <dgm:cxn modelId="{04693D0A-36AF-4DC6-95A9-0ECA424EB279}" type="presParOf" srcId="{7C3BED69-6E67-4D70-B2F5-DC1763E8131E}" destId="{816F277B-5680-4AF8-ADC5-4ED9CB29116E}" srcOrd="3" destOrd="0" presId="urn:microsoft.com/office/officeart/2018/2/layout/IconVerticalSolidList"/>
    <dgm:cxn modelId="{41502A74-277F-44D3-A59C-DD44215CDBC0}" type="presParOf" srcId="{12E3C78B-A58D-4F9F-ACE2-7B8A7998197E}" destId="{ABA54606-3694-4BAF-A34A-367659695AA8}" srcOrd="7" destOrd="0" presId="urn:microsoft.com/office/officeart/2018/2/layout/IconVerticalSolidList"/>
    <dgm:cxn modelId="{9267EC4A-C2ED-4E34-B205-2E5EC23BA548}" type="presParOf" srcId="{12E3C78B-A58D-4F9F-ACE2-7B8A7998197E}" destId="{0A28FEBD-F792-4B0E-80A6-2805BBE90B8A}" srcOrd="8" destOrd="0" presId="urn:microsoft.com/office/officeart/2018/2/layout/IconVerticalSolidList"/>
    <dgm:cxn modelId="{401B643F-2B35-44C7-AAE3-432FA0A2F025}" type="presParOf" srcId="{0A28FEBD-F792-4B0E-80A6-2805BBE90B8A}" destId="{388B48D7-AE9D-4130-AB69-7C5D7C7DD4AC}" srcOrd="0" destOrd="0" presId="urn:microsoft.com/office/officeart/2018/2/layout/IconVerticalSolidList"/>
    <dgm:cxn modelId="{49849C30-9E57-46E4-BC58-1A5A47582FAA}" type="presParOf" srcId="{0A28FEBD-F792-4B0E-80A6-2805BBE90B8A}" destId="{8F4BA925-A12E-43A8-96FD-260AEF374B4D}" srcOrd="1" destOrd="0" presId="urn:microsoft.com/office/officeart/2018/2/layout/IconVerticalSolidList"/>
    <dgm:cxn modelId="{955A1737-73D7-486F-9D23-613DE14268BD}" type="presParOf" srcId="{0A28FEBD-F792-4B0E-80A6-2805BBE90B8A}" destId="{93E406AC-663A-4FF5-B0A7-0F18E9AC72DB}" srcOrd="2" destOrd="0" presId="urn:microsoft.com/office/officeart/2018/2/layout/IconVerticalSolidList"/>
    <dgm:cxn modelId="{C04B008C-A8F5-4B87-91B4-E03E6803F3F1}" type="presParOf" srcId="{0A28FEBD-F792-4B0E-80A6-2805BBE90B8A}" destId="{CD48A2C5-B5B5-475A-887C-EA128390F7C3}" srcOrd="3" destOrd="0" presId="urn:microsoft.com/office/officeart/2018/2/layout/IconVerticalSolidList"/>
    <dgm:cxn modelId="{38621A31-7C6E-448D-9BAF-C33AE3BA0BC8}" type="presParOf" srcId="{12E3C78B-A58D-4F9F-ACE2-7B8A7998197E}" destId="{89D8B1FC-74F0-40AB-B2DA-E3293C74FDF3}" srcOrd="9" destOrd="0" presId="urn:microsoft.com/office/officeart/2018/2/layout/IconVerticalSolidList"/>
    <dgm:cxn modelId="{8357F35C-F3EF-4C41-B1CA-A2D43B91409C}" type="presParOf" srcId="{12E3C78B-A58D-4F9F-ACE2-7B8A7998197E}" destId="{EF0E8C55-60A4-41A1-AF90-6D9C9715DCDE}" srcOrd="10" destOrd="0" presId="urn:microsoft.com/office/officeart/2018/2/layout/IconVerticalSolidList"/>
    <dgm:cxn modelId="{AA6B5268-CF37-49FD-BE86-F5387F75CBAA}" type="presParOf" srcId="{EF0E8C55-60A4-41A1-AF90-6D9C9715DCDE}" destId="{7F179144-2F92-423D-AAF1-5AF4B0C30449}" srcOrd="0" destOrd="0" presId="urn:microsoft.com/office/officeart/2018/2/layout/IconVerticalSolidList"/>
    <dgm:cxn modelId="{14D22F58-31A9-44F5-8328-4430901E1B05}" type="presParOf" srcId="{EF0E8C55-60A4-41A1-AF90-6D9C9715DCDE}" destId="{B7DF3DD4-5365-4027-85B1-7BAEBFC7A7A0}" srcOrd="1" destOrd="0" presId="urn:microsoft.com/office/officeart/2018/2/layout/IconVerticalSolidList"/>
    <dgm:cxn modelId="{99D6DA9F-F07F-4DBA-9698-A6ED0CA09A0B}" type="presParOf" srcId="{EF0E8C55-60A4-41A1-AF90-6D9C9715DCDE}" destId="{3D7D912D-6567-441F-870E-B2C7C689911C}" srcOrd="2" destOrd="0" presId="urn:microsoft.com/office/officeart/2018/2/layout/IconVerticalSolidList"/>
    <dgm:cxn modelId="{F8414FA0-207A-4F02-808E-12FCD511DFE5}" type="presParOf" srcId="{EF0E8C55-60A4-41A1-AF90-6D9C9715DCDE}" destId="{07FAB5CA-E67F-4637-9431-B497352DF45C}" srcOrd="3" destOrd="0" presId="urn:microsoft.com/office/officeart/2018/2/layout/IconVerticalSolidList"/>
    <dgm:cxn modelId="{A00CEA0B-62CC-4AFD-BE6F-C4CAE07F0D7D}" type="presParOf" srcId="{12E3C78B-A58D-4F9F-ACE2-7B8A7998197E}" destId="{4B6B9C92-76EE-4537-9B9F-96613521661A}" srcOrd="11" destOrd="0" presId="urn:microsoft.com/office/officeart/2018/2/layout/IconVerticalSolidList"/>
    <dgm:cxn modelId="{8D43A3EA-BEA0-497B-892B-6560B6CB30F7}" type="presParOf" srcId="{12E3C78B-A58D-4F9F-ACE2-7B8A7998197E}" destId="{16990FAA-6F44-437F-A3BB-5EF4158704C4}" srcOrd="12" destOrd="0" presId="urn:microsoft.com/office/officeart/2018/2/layout/IconVerticalSolidList"/>
    <dgm:cxn modelId="{4F4D4C65-CA7E-4FAF-96D2-461C1629AE76}" type="presParOf" srcId="{16990FAA-6F44-437F-A3BB-5EF4158704C4}" destId="{C34AC0BB-3E3B-4647-966F-5A5B30F9C6F3}" srcOrd="0" destOrd="0" presId="urn:microsoft.com/office/officeart/2018/2/layout/IconVerticalSolidList"/>
    <dgm:cxn modelId="{BF5DBB12-368E-498F-BB42-1FB5C976FF82}" type="presParOf" srcId="{16990FAA-6F44-437F-A3BB-5EF4158704C4}" destId="{F77DE899-D9FB-42FE-92D6-E6E4BF0F4909}" srcOrd="1" destOrd="0" presId="urn:microsoft.com/office/officeart/2018/2/layout/IconVerticalSolidList"/>
    <dgm:cxn modelId="{2A2FCB34-89F3-4DFF-A07A-C5342C30DF37}" type="presParOf" srcId="{16990FAA-6F44-437F-A3BB-5EF4158704C4}" destId="{DD7BA044-B5B8-45FD-90FE-84AA8CC6798C}" srcOrd="2" destOrd="0" presId="urn:microsoft.com/office/officeart/2018/2/layout/IconVerticalSolidList"/>
    <dgm:cxn modelId="{A868C6BB-7B4C-4586-9294-440C463C325D}" type="presParOf" srcId="{16990FAA-6F44-437F-A3BB-5EF4158704C4}" destId="{EE89D214-F1C8-4854-8A0D-C804936833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D330A37-3A9E-45FC-B5DF-4F1C0A8F291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B4ABAE9-820E-4EDA-A564-142E3CD0D3B4}">
      <dgm:prSet/>
      <dgm:spPr/>
      <dgm:t>
        <a:bodyPr/>
        <a:lstStyle/>
        <a:p>
          <a:r>
            <a:rPr lang="en-US" b="0" i="0" baseline="0"/>
            <a:t>System components:</a:t>
          </a:r>
          <a:endParaRPr lang="en-US"/>
        </a:p>
      </dgm:t>
    </dgm:pt>
    <dgm:pt modelId="{2BE49313-F521-4F2D-B9A8-2697C58FD137}" type="parTrans" cxnId="{5DD8AE36-44D5-4ED0-B50E-08257F863177}">
      <dgm:prSet/>
      <dgm:spPr/>
      <dgm:t>
        <a:bodyPr/>
        <a:lstStyle/>
        <a:p>
          <a:endParaRPr lang="en-US"/>
        </a:p>
      </dgm:t>
    </dgm:pt>
    <dgm:pt modelId="{BA5069C0-0B99-434F-A4FD-806FF4F581CD}" type="sibTrans" cxnId="{5DD8AE36-44D5-4ED0-B50E-08257F863177}">
      <dgm:prSet/>
      <dgm:spPr/>
      <dgm:t>
        <a:bodyPr/>
        <a:lstStyle/>
        <a:p>
          <a:endParaRPr lang="en-US"/>
        </a:p>
      </dgm:t>
    </dgm:pt>
    <dgm:pt modelId="{C8B977E9-1E27-476C-9D02-7D473A56F7F3}">
      <dgm:prSet/>
      <dgm:spPr/>
      <dgm:t>
        <a:bodyPr/>
        <a:lstStyle/>
        <a:p>
          <a:r>
            <a:rPr lang="en-US" b="0" i="0" baseline="0"/>
            <a:t>Book class</a:t>
          </a:r>
          <a:endParaRPr lang="en-US"/>
        </a:p>
      </dgm:t>
    </dgm:pt>
    <dgm:pt modelId="{59FC631E-1973-4BCA-95F3-D1BD00A441D7}" type="parTrans" cxnId="{068BA6D3-E579-47A6-AFC3-E3E60D26658D}">
      <dgm:prSet/>
      <dgm:spPr/>
      <dgm:t>
        <a:bodyPr/>
        <a:lstStyle/>
        <a:p>
          <a:endParaRPr lang="en-US"/>
        </a:p>
      </dgm:t>
    </dgm:pt>
    <dgm:pt modelId="{D417A999-FA2D-48D8-AF99-F58D64417E24}" type="sibTrans" cxnId="{068BA6D3-E579-47A6-AFC3-E3E60D26658D}">
      <dgm:prSet/>
      <dgm:spPr/>
      <dgm:t>
        <a:bodyPr/>
        <a:lstStyle/>
        <a:p>
          <a:endParaRPr lang="en-US"/>
        </a:p>
      </dgm:t>
    </dgm:pt>
    <dgm:pt modelId="{F1D320AE-2D10-4B25-9715-917FEAF006B9}">
      <dgm:prSet/>
      <dgm:spPr/>
      <dgm:t>
        <a:bodyPr/>
        <a:lstStyle/>
        <a:p>
          <a:r>
            <a:rPr lang="en-US" b="0" i="0" baseline="0"/>
            <a:t>LibraryManager</a:t>
          </a:r>
          <a:endParaRPr lang="en-US"/>
        </a:p>
      </dgm:t>
    </dgm:pt>
    <dgm:pt modelId="{9055A5B4-E2F6-434D-92CC-EC74D4C1180F}" type="parTrans" cxnId="{12E758FB-B3CD-493E-A651-56034529174A}">
      <dgm:prSet/>
      <dgm:spPr/>
      <dgm:t>
        <a:bodyPr/>
        <a:lstStyle/>
        <a:p>
          <a:endParaRPr lang="en-US"/>
        </a:p>
      </dgm:t>
    </dgm:pt>
    <dgm:pt modelId="{07A650FD-DFAA-438E-BDFC-A01B3D015D2C}" type="sibTrans" cxnId="{12E758FB-B3CD-493E-A651-56034529174A}">
      <dgm:prSet/>
      <dgm:spPr/>
      <dgm:t>
        <a:bodyPr/>
        <a:lstStyle/>
        <a:p>
          <a:endParaRPr lang="en-US"/>
        </a:p>
      </dgm:t>
    </dgm:pt>
    <dgm:pt modelId="{72A6A43C-E3DA-41BB-ABA1-B5FB9D1E14A8}">
      <dgm:prSet/>
      <dgm:spPr/>
      <dgm:t>
        <a:bodyPr/>
        <a:lstStyle/>
        <a:p>
          <a:r>
            <a:rPr lang="en-US" b="0" i="0" baseline="0"/>
            <a:t>JSON file to store data</a:t>
          </a:r>
          <a:endParaRPr lang="en-US"/>
        </a:p>
      </dgm:t>
    </dgm:pt>
    <dgm:pt modelId="{B6230B94-5D9C-4022-81A9-287A5E9BE2E1}" type="parTrans" cxnId="{570D9A41-C50A-415E-8281-0C152F5C16FF}">
      <dgm:prSet/>
      <dgm:spPr/>
      <dgm:t>
        <a:bodyPr/>
        <a:lstStyle/>
        <a:p>
          <a:endParaRPr lang="en-US"/>
        </a:p>
      </dgm:t>
    </dgm:pt>
    <dgm:pt modelId="{DD1B47A6-B988-459F-9EF0-39B9A0A97CA3}" type="sibTrans" cxnId="{570D9A41-C50A-415E-8281-0C152F5C16FF}">
      <dgm:prSet/>
      <dgm:spPr/>
      <dgm:t>
        <a:bodyPr/>
        <a:lstStyle/>
        <a:p>
          <a:endParaRPr lang="en-US"/>
        </a:p>
      </dgm:t>
    </dgm:pt>
    <dgm:pt modelId="{EA8237A3-D7A7-4A48-8D8A-7DDF2EDEAFB9}">
      <dgm:prSet/>
      <dgm:spPr/>
      <dgm:t>
        <a:bodyPr/>
        <a:lstStyle/>
        <a:p>
          <a:r>
            <a:rPr lang="en-US" b="0" i="0" baseline="0"/>
            <a:t>Functions:</a:t>
          </a:r>
          <a:endParaRPr lang="en-US"/>
        </a:p>
      </dgm:t>
    </dgm:pt>
    <dgm:pt modelId="{F4E4A6D7-097A-4BAA-9D40-2CBD55F2A929}" type="parTrans" cxnId="{22CFBBB4-787E-4066-9BDE-6DD06A3AD951}">
      <dgm:prSet/>
      <dgm:spPr/>
      <dgm:t>
        <a:bodyPr/>
        <a:lstStyle/>
        <a:p>
          <a:endParaRPr lang="en-US"/>
        </a:p>
      </dgm:t>
    </dgm:pt>
    <dgm:pt modelId="{B1B441B2-8A81-42D1-BC60-6CF3025CE57B}" type="sibTrans" cxnId="{22CFBBB4-787E-4066-9BDE-6DD06A3AD951}">
      <dgm:prSet/>
      <dgm:spPr/>
      <dgm:t>
        <a:bodyPr/>
        <a:lstStyle/>
        <a:p>
          <a:endParaRPr lang="en-US"/>
        </a:p>
      </dgm:t>
    </dgm:pt>
    <dgm:pt modelId="{C32EA546-E749-49E9-BCE3-352696A51B32}">
      <dgm:prSet/>
      <dgm:spPr/>
      <dgm:t>
        <a:bodyPr/>
        <a:lstStyle/>
        <a:p>
          <a:r>
            <a:rPr lang="en-US" b="0" i="0" baseline="0"/>
            <a:t>add_book()</a:t>
          </a:r>
          <a:endParaRPr lang="en-US"/>
        </a:p>
      </dgm:t>
    </dgm:pt>
    <dgm:pt modelId="{3F0C1DDD-1D87-40B9-A855-4E812083115D}" type="parTrans" cxnId="{BD548D5D-82B5-4735-B895-D04BF954B893}">
      <dgm:prSet/>
      <dgm:spPr/>
      <dgm:t>
        <a:bodyPr/>
        <a:lstStyle/>
        <a:p>
          <a:endParaRPr lang="en-US"/>
        </a:p>
      </dgm:t>
    </dgm:pt>
    <dgm:pt modelId="{F6A11D09-8E7E-4D7C-BC4A-23DF6F26432E}" type="sibTrans" cxnId="{BD548D5D-82B5-4735-B895-D04BF954B893}">
      <dgm:prSet/>
      <dgm:spPr/>
      <dgm:t>
        <a:bodyPr/>
        <a:lstStyle/>
        <a:p>
          <a:endParaRPr lang="en-US"/>
        </a:p>
      </dgm:t>
    </dgm:pt>
    <dgm:pt modelId="{7932E8C1-353B-4025-A6C1-3825F514B06C}">
      <dgm:prSet/>
      <dgm:spPr/>
      <dgm:t>
        <a:bodyPr/>
        <a:lstStyle/>
        <a:p>
          <a:r>
            <a:rPr lang="en-US" b="0" i="0" baseline="0"/>
            <a:t>borrow_book()</a:t>
          </a:r>
          <a:endParaRPr lang="en-US"/>
        </a:p>
      </dgm:t>
    </dgm:pt>
    <dgm:pt modelId="{C3902FAB-FFFC-49AB-A591-B326D512A337}" type="parTrans" cxnId="{66612A76-D3EB-4D1E-BDE3-1D5DB1AE9CAF}">
      <dgm:prSet/>
      <dgm:spPr/>
      <dgm:t>
        <a:bodyPr/>
        <a:lstStyle/>
        <a:p>
          <a:endParaRPr lang="en-US"/>
        </a:p>
      </dgm:t>
    </dgm:pt>
    <dgm:pt modelId="{861EC55A-9742-4CDE-9E65-A0BD2ED05F69}" type="sibTrans" cxnId="{66612A76-D3EB-4D1E-BDE3-1D5DB1AE9CAF}">
      <dgm:prSet/>
      <dgm:spPr/>
      <dgm:t>
        <a:bodyPr/>
        <a:lstStyle/>
        <a:p>
          <a:endParaRPr lang="en-US"/>
        </a:p>
      </dgm:t>
    </dgm:pt>
    <dgm:pt modelId="{1BEA933C-617A-421C-A64F-DD3BFA76AFF6}">
      <dgm:prSet/>
      <dgm:spPr/>
      <dgm:t>
        <a:bodyPr/>
        <a:lstStyle/>
        <a:p>
          <a:r>
            <a:rPr lang="en-US" b="0" i="0" baseline="0"/>
            <a:t>return_book()</a:t>
          </a:r>
          <a:endParaRPr lang="en-US"/>
        </a:p>
      </dgm:t>
    </dgm:pt>
    <dgm:pt modelId="{85E71132-E59E-4162-99B1-1EBBDEA12E7E}" type="parTrans" cxnId="{157BBDDA-6EF1-48BC-A30F-33C826CC9609}">
      <dgm:prSet/>
      <dgm:spPr/>
      <dgm:t>
        <a:bodyPr/>
        <a:lstStyle/>
        <a:p>
          <a:endParaRPr lang="en-US"/>
        </a:p>
      </dgm:t>
    </dgm:pt>
    <dgm:pt modelId="{7B5E61FE-EC26-4A78-B034-C1B967CF44C4}" type="sibTrans" cxnId="{157BBDDA-6EF1-48BC-A30F-33C826CC9609}">
      <dgm:prSet/>
      <dgm:spPr/>
      <dgm:t>
        <a:bodyPr/>
        <a:lstStyle/>
        <a:p>
          <a:endParaRPr lang="en-US"/>
        </a:p>
      </dgm:t>
    </dgm:pt>
    <dgm:pt modelId="{2AF63362-E936-43C5-91E1-705289DCC706}">
      <dgm:prSet/>
      <dgm:spPr/>
      <dgm:t>
        <a:bodyPr/>
        <a:lstStyle/>
        <a:p>
          <a:r>
            <a:rPr lang="en-US" b="0" i="0" baseline="0"/>
            <a:t>save_books()</a:t>
          </a:r>
          <a:endParaRPr lang="en-US"/>
        </a:p>
      </dgm:t>
    </dgm:pt>
    <dgm:pt modelId="{807D435B-BE48-47BF-BC25-10CAD38E4B4B}" type="parTrans" cxnId="{2FDE20B8-56F3-41FE-8543-7368FD071B45}">
      <dgm:prSet/>
      <dgm:spPr/>
      <dgm:t>
        <a:bodyPr/>
        <a:lstStyle/>
        <a:p>
          <a:endParaRPr lang="en-US"/>
        </a:p>
      </dgm:t>
    </dgm:pt>
    <dgm:pt modelId="{81ED0E97-BA59-4AE2-AC6C-F8A91C7ECEAA}" type="sibTrans" cxnId="{2FDE20B8-56F3-41FE-8543-7368FD071B45}">
      <dgm:prSet/>
      <dgm:spPr/>
      <dgm:t>
        <a:bodyPr/>
        <a:lstStyle/>
        <a:p>
          <a:endParaRPr lang="en-US"/>
        </a:p>
      </dgm:t>
    </dgm:pt>
    <dgm:pt modelId="{BAFE2E0A-D299-4F0D-BC03-4C8836159A6F}">
      <dgm:prSet/>
      <dgm:spPr/>
      <dgm:t>
        <a:bodyPr/>
        <a:lstStyle/>
        <a:p>
          <a:r>
            <a:rPr lang="en-US" b="0" i="0" baseline="0"/>
            <a:t>load_books()</a:t>
          </a:r>
          <a:endParaRPr lang="en-US"/>
        </a:p>
      </dgm:t>
    </dgm:pt>
    <dgm:pt modelId="{43DA2582-EF2A-47D4-A2BD-96C15EEB64CC}" type="parTrans" cxnId="{1013EC0B-2E76-48CC-BB35-5ED2D6D86BD1}">
      <dgm:prSet/>
      <dgm:spPr/>
      <dgm:t>
        <a:bodyPr/>
        <a:lstStyle/>
        <a:p>
          <a:endParaRPr lang="en-US"/>
        </a:p>
      </dgm:t>
    </dgm:pt>
    <dgm:pt modelId="{EE1C414E-8D19-4E27-A744-11B4079F3111}" type="sibTrans" cxnId="{1013EC0B-2E76-48CC-BB35-5ED2D6D86BD1}">
      <dgm:prSet/>
      <dgm:spPr/>
      <dgm:t>
        <a:bodyPr/>
        <a:lstStyle/>
        <a:p>
          <a:endParaRPr lang="en-US"/>
        </a:p>
      </dgm:t>
    </dgm:pt>
    <dgm:pt modelId="{84435CAB-2419-482E-ABD9-E5265A12DC04}">
      <dgm:prSet/>
      <dgm:spPr/>
      <dgm:t>
        <a:bodyPr/>
        <a:lstStyle/>
        <a:p>
          <a:r>
            <a:rPr lang="en-US" b="0" i="0" baseline="0"/>
            <a:t>backup_books()</a:t>
          </a:r>
          <a:endParaRPr lang="en-US"/>
        </a:p>
      </dgm:t>
    </dgm:pt>
    <dgm:pt modelId="{B9C49C02-15D8-4EB6-B170-F6B24F06697B}" type="parTrans" cxnId="{981AEC59-A7BD-4278-A7CF-F9EEA4D4CCAC}">
      <dgm:prSet/>
      <dgm:spPr/>
      <dgm:t>
        <a:bodyPr/>
        <a:lstStyle/>
        <a:p>
          <a:endParaRPr lang="en-US"/>
        </a:p>
      </dgm:t>
    </dgm:pt>
    <dgm:pt modelId="{BD70F8D8-8FF7-450F-B6CF-0C0CD473BC7F}" type="sibTrans" cxnId="{981AEC59-A7BD-4278-A7CF-F9EEA4D4CCAC}">
      <dgm:prSet/>
      <dgm:spPr/>
      <dgm:t>
        <a:bodyPr/>
        <a:lstStyle/>
        <a:p>
          <a:endParaRPr lang="en-US"/>
        </a:p>
      </dgm:t>
    </dgm:pt>
    <dgm:pt modelId="{CD8B22A2-3AC7-4F2C-82B0-AA8775F7C6A4}" type="pres">
      <dgm:prSet presAssocID="{BD330A37-3A9E-45FC-B5DF-4F1C0A8F2916}" presName="Name0" presStyleCnt="0">
        <dgm:presLayoutVars>
          <dgm:dir/>
          <dgm:animLvl val="lvl"/>
          <dgm:resizeHandles val="exact"/>
        </dgm:presLayoutVars>
      </dgm:prSet>
      <dgm:spPr/>
    </dgm:pt>
    <dgm:pt modelId="{271D75E9-E908-4165-B88A-CB9D2C33DFBE}" type="pres">
      <dgm:prSet presAssocID="{EB4ABAE9-820E-4EDA-A564-142E3CD0D3B4}" presName="linNode" presStyleCnt="0"/>
      <dgm:spPr/>
    </dgm:pt>
    <dgm:pt modelId="{722DE414-AFA5-4E1D-A5C5-8D525C32D977}" type="pres">
      <dgm:prSet presAssocID="{EB4ABAE9-820E-4EDA-A564-142E3CD0D3B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36EEB113-7645-49F2-8F58-7CE7045EE92D}" type="pres">
      <dgm:prSet presAssocID="{EB4ABAE9-820E-4EDA-A564-142E3CD0D3B4}" presName="descendantText" presStyleLbl="alignAccFollowNode1" presStyleIdx="0" presStyleCnt="2">
        <dgm:presLayoutVars>
          <dgm:bulletEnabled val="1"/>
        </dgm:presLayoutVars>
      </dgm:prSet>
      <dgm:spPr/>
    </dgm:pt>
    <dgm:pt modelId="{B37FD7A8-11A3-43F5-B939-37094BCC6C20}" type="pres">
      <dgm:prSet presAssocID="{BA5069C0-0B99-434F-A4FD-806FF4F581CD}" presName="sp" presStyleCnt="0"/>
      <dgm:spPr/>
    </dgm:pt>
    <dgm:pt modelId="{FF94D98C-E709-4299-9F93-3846CCE12A78}" type="pres">
      <dgm:prSet presAssocID="{EA8237A3-D7A7-4A48-8D8A-7DDF2EDEAFB9}" presName="linNode" presStyleCnt="0"/>
      <dgm:spPr/>
    </dgm:pt>
    <dgm:pt modelId="{5B7F02C7-100B-42AC-B530-CA33D1A28E48}" type="pres">
      <dgm:prSet presAssocID="{EA8237A3-D7A7-4A48-8D8A-7DDF2EDEAFB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E2663618-AE2F-4D44-BF53-571FFEC9BED2}" type="pres">
      <dgm:prSet presAssocID="{EA8237A3-D7A7-4A48-8D8A-7DDF2EDEAFB9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1013EC0B-2E76-48CC-BB35-5ED2D6D86BD1}" srcId="{EA8237A3-D7A7-4A48-8D8A-7DDF2EDEAFB9}" destId="{BAFE2E0A-D299-4F0D-BC03-4C8836159A6F}" srcOrd="4" destOrd="0" parTransId="{43DA2582-EF2A-47D4-A2BD-96C15EEB64CC}" sibTransId="{EE1C414E-8D19-4E27-A744-11B4079F3111}"/>
    <dgm:cxn modelId="{F0F92823-7C18-48B3-9E0C-D982E4513C9E}" type="presOf" srcId="{C8B977E9-1E27-476C-9D02-7D473A56F7F3}" destId="{36EEB113-7645-49F2-8F58-7CE7045EE92D}" srcOrd="0" destOrd="0" presId="urn:microsoft.com/office/officeart/2005/8/layout/vList5"/>
    <dgm:cxn modelId="{CE01BA2B-7DF0-4CC7-B247-E0730103E793}" type="presOf" srcId="{7932E8C1-353B-4025-A6C1-3825F514B06C}" destId="{E2663618-AE2F-4D44-BF53-571FFEC9BED2}" srcOrd="0" destOrd="1" presId="urn:microsoft.com/office/officeart/2005/8/layout/vList5"/>
    <dgm:cxn modelId="{5DD8AE36-44D5-4ED0-B50E-08257F863177}" srcId="{BD330A37-3A9E-45FC-B5DF-4F1C0A8F2916}" destId="{EB4ABAE9-820E-4EDA-A564-142E3CD0D3B4}" srcOrd="0" destOrd="0" parTransId="{2BE49313-F521-4F2D-B9A8-2697C58FD137}" sibTransId="{BA5069C0-0B99-434F-A4FD-806FF4F581CD}"/>
    <dgm:cxn modelId="{BD548D5D-82B5-4735-B895-D04BF954B893}" srcId="{EA8237A3-D7A7-4A48-8D8A-7DDF2EDEAFB9}" destId="{C32EA546-E749-49E9-BCE3-352696A51B32}" srcOrd="0" destOrd="0" parTransId="{3F0C1DDD-1D87-40B9-A855-4E812083115D}" sibTransId="{F6A11D09-8E7E-4D7C-BC4A-23DF6F26432E}"/>
    <dgm:cxn modelId="{570D9A41-C50A-415E-8281-0C152F5C16FF}" srcId="{EB4ABAE9-820E-4EDA-A564-142E3CD0D3B4}" destId="{72A6A43C-E3DA-41BB-ABA1-B5FB9D1E14A8}" srcOrd="2" destOrd="0" parTransId="{B6230B94-5D9C-4022-81A9-287A5E9BE2E1}" sibTransId="{DD1B47A6-B988-459F-9EF0-39B9A0A97CA3}"/>
    <dgm:cxn modelId="{E99E974A-A05A-4BEE-822C-84944CD5BB4F}" type="presOf" srcId="{C32EA546-E749-49E9-BCE3-352696A51B32}" destId="{E2663618-AE2F-4D44-BF53-571FFEC9BED2}" srcOrd="0" destOrd="0" presId="urn:microsoft.com/office/officeart/2005/8/layout/vList5"/>
    <dgm:cxn modelId="{66612A76-D3EB-4D1E-BDE3-1D5DB1AE9CAF}" srcId="{EA8237A3-D7A7-4A48-8D8A-7DDF2EDEAFB9}" destId="{7932E8C1-353B-4025-A6C1-3825F514B06C}" srcOrd="1" destOrd="0" parTransId="{C3902FAB-FFFC-49AB-A591-B326D512A337}" sibTransId="{861EC55A-9742-4CDE-9E65-A0BD2ED05F69}"/>
    <dgm:cxn modelId="{981AEC59-A7BD-4278-A7CF-F9EEA4D4CCAC}" srcId="{EA8237A3-D7A7-4A48-8D8A-7DDF2EDEAFB9}" destId="{84435CAB-2419-482E-ABD9-E5265A12DC04}" srcOrd="5" destOrd="0" parTransId="{B9C49C02-15D8-4EB6-B170-F6B24F06697B}" sibTransId="{BD70F8D8-8FF7-450F-B6CF-0C0CD473BC7F}"/>
    <dgm:cxn modelId="{10EC9194-F8A8-4973-997D-DFB96E056A4C}" type="presOf" srcId="{2AF63362-E936-43C5-91E1-705289DCC706}" destId="{E2663618-AE2F-4D44-BF53-571FFEC9BED2}" srcOrd="0" destOrd="3" presId="urn:microsoft.com/office/officeart/2005/8/layout/vList5"/>
    <dgm:cxn modelId="{E7431FB2-DF5E-4963-85CE-FC0D8EC7DC87}" type="presOf" srcId="{84435CAB-2419-482E-ABD9-E5265A12DC04}" destId="{E2663618-AE2F-4D44-BF53-571FFEC9BED2}" srcOrd="0" destOrd="5" presId="urn:microsoft.com/office/officeart/2005/8/layout/vList5"/>
    <dgm:cxn modelId="{22CFBBB4-787E-4066-9BDE-6DD06A3AD951}" srcId="{BD330A37-3A9E-45FC-B5DF-4F1C0A8F2916}" destId="{EA8237A3-D7A7-4A48-8D8A-7DDF2EDEAFB9}" srcOrd="1" destOrd="0" parTransId="{F4E4A6D7-097A-4BAA-9D40-2CBD55F2A929}" sibTransId="{B1B441B2-8A81-42D1-BC60-6CF3025CE57B}"/>
    <dgm:cxn modelId="{D0E04EB5-13A1-4FFC-9EE3-C74045B3C3AD}" type="presOf" srcId="{1BEA933C-617A-421C-A64F-DD3BFA76AFF6}" destId="{E2663618-AE2F-4D44-BF53-571FFEC9BED2}" srcOrd="0" destOrd="2" presId="urn:microsoft.com/office/officeart/2005/8/layout/vList5"/>
    <dgm:cxn modelId="{2FDE20B8-56F3-41FE-8543-7368FD071B45}" srcId="{EA8237A3-D7A7-4A48-8D8A-7DDF2EDEAFB9}" destId="{2AF63362-E936-43C5-91E1-705289DCC706}" srcOrd="3" destOrd="0" parTransId="{807D435B-BE48-47BF-BC25-10CAD38E4B4B}" sibTransId="{81ED0E97-BA59-4AE2-AC6C-F8A91C7ECEAA}"/>
    <dgm:cxn modelId="{864822C8-BE1A-4F69-8178-58687A6938F6}" type="presOf" srcId="{72A6A43C-E3DA-41BB-ABA1-B5FB9D1E14A8}" destId="{36EEB113-7645-49F2-8F58-7CE7045EE92D}" srcOrd="0" destOrd="2" presId="urn:microsoft.com/office/officeart/2005/8/layout/vList5"/>
    <dgm:cxn modelId="{AF05E3CB-FAE4-45E6-B32B-DAB2530262BF}" type="presOf" srcId="{BD330A37-3A9E-45FC-B5DF-4F1C0A8F2916}" destId="{CD8B22A2-3AC7-4F2C-82B0-AA8775F7C6A4}" srcOrd="0" destOrd="0" presId="urn:microsoft.com/office/officeart/2005/8/layout/vList5"/>
    <dgm:cxn modelId="{068BA6D3-E579-47A6-AFC3-E3E60D26658D}" srcId="{EB4ABAE9-820E-4EDA-A564-142E3CD0D3B4}" destId="{C8B977E9-1E27-476C-9D02-7D473A56F7F3}" srcOrd="0" destOrd="0" parTransId="{59FC631E-1973-4BCA-95F3-D1BD00A441D7}" sibTransId="{D417A999-FA2D-48D8-AF99-F58D64417E24}"/>
    <dgm:cxn modelId="{157BBDDA-6EF1-48BC-A30F-33C826CC9609}" srcId="{EA8237A3-D7A7-4A48-8D8A-7DDF2EDEAFB9}" destId="{1BEA933C-617A-421C-A64F-DD3BFA76AFF6}" srcOrd="2" destOrd="0" parTransId="{85E71132-E59E-4162-99B1-1EBBDEA12E7E}" sibTransId="{7B5E61FE-EC26-4A78-B034-C1B967CF44C4}"/>
    <dgm:cxn modelId="{6CD545DF-70E8-4E32-953B-D8C7B28876CE}" type="presOf" srcId="{EB4ABAE9-820E-4EDA-A564-142E3CD0D3B4}" destId="{722DE414-AFA5-4E1D-A5C5-8D525C32D977}" srcOrd="0" destOrd="0" presId="urn:microsoft.com/office/officeart/2005/8/layout/vList5"/>
    <dgm:cxn modelId="{407977DF-D180-480B-B980-64582556ADB3}" type="presOf" srcId="{EA8237A3-D7A7-4A48-8D8A-7DDF2EDEAFB9}" destId="{5B7F02C7-100B-42AC-B530-CA33D1A28E48}" srcOrd="0" destOrd="0" presId="urn:microsoft.com/office/officeart/2005/8/layout/vList5"/>
    <dgm:cxn modelId="{D5C19BE4-E30E-4306-8ED2-CFEDB14D36D0}" type="presOf" srcId="{F1D320AE-2D10-4B25-9715-917FEAF006B9}" destId="{36EEB113-7645-49F2-8F58-7CE7045EE92D}" srcOrd="0" destOrd="1" presId="urn:microsoft.com/office/officeart/2005/8/layout/vList5"/>
    <dgm:cxn modelId="{12E758FB-B3CD-493E-A651-56034529174A}" srcId="{EB4ABAE9-820E-4EDA-A564-142E3CD0D3B4}" destId="{F1D320AE-2D10-4B25-9715-917FEAF006B9}" srcOrd="1" destOrd="0" parTransId="{9055A5B4-E2F6-434D-92CC-EC74D4C1180F}" sibTransId="{07A650FD-DFAA-438E-BDFC-A01B3D015D2C}"/>
    <dgm:cxn modelId="{20375CFC-A0F8-4C6B-8D13-4FC01D27921C}" type="presOf" srcId="{BAFE2E0A-D299-4F0D-BC03-4C8836159A6F}" destId="{E2663618-AE2F-4D44-BF53-571FFEC9BED2}" srcOrd="0" destOrd="4" presId="urn:microsoft.com/office/officeart/2005/8/layout/vList5"/>
    <dgm:cxn modelId="{560DFEEE-B7AF-410A-A289-6D32606312B3}" type="presParOf" srcId="{CD8B22A2-3AC7-4F2C-82B0-AA8775F7C6A4}" destId="{271D75E9-E908-4165-B88A-CB9D2C33DFBE}" srcOrd="0" destOrd="0" presId="urn:microsoft.com/office/officeart/2005/8/layout/vList5"/>
    <dgm:cxn modelId="{6483F213-FFB5-474C-82E1-C29327FC64EA}" type="presParOf" srcId="{271D75E9-E908-4165-B88A-CB9D2C33DFBE}" destId="{722DE414-AFA5-4E1D-A5C5-8D525C32D977}" srcOrd="0" destOrd="0" presId="urn:microsoft.com/office/officeart/2005/8/layout/vList5"/>
    <dgm:cxn modelId="{155330F0-E29D-4BBB-9F25-24A1E180F635}" type="presParOf" srcId="{271D75E9-E908-4165-B88A-CB9D2C33DFBE}" destId="{36EEB113-7645-49F2-8F58-7CE7045EE92D}" srcOrd="1" destOrd="0" presId="urn:microsoft.com/office/officeart/2005/8/layout/vList5"/>
    <dgm:cxn modelId="{224FBDF1-B0EF-488A-85A4-08D97FF75D64}" type="presParOf" srcId="{CD8B22A2-3AC7-4F2C-82B0-AA8775F7C6A4}" destId="{B37FD7A8-11A3-43F5-B939-37094BCC6C20}" srcOrd="1" destOrd="0" presId="urn:microsoft.com/office/officeart/2005/8/layout/vList5"/>
    <dgm:cxn modelId="{4C889E53-709E-4C29-BCA3-3F9B2D1927C8}" type="presParOf" srcId="{CD8B22A2-3AC7-4F2C-82B0-AA8775F7C6A4}" destId="{FF94D98C-E709-4299-9F93-3846CCE12A78}" srcOrd="2" destOrd="0" presId="urn:microsoft.com/office/officeart/2005/8/layout/vList5"/>
    <dgm:cxn modelId="{8CDE22FA-0263-48E2-8B0B-2E94A1ECA5E5}" type="presParOf" srcId="{FF94D98C-E709-4299-9F93-3846CCE12A78}" destId="{5B7F02C7-100B-42AC-B530-CA33D1A28E48}" srcOrd="0" destOrd="0" presId="urn:microsoft.com/office/officeart/2005/8/layout/vList5"/>
    <dgm:cxn modelId="{7BE9EED8-78CD-4BBE-A565-6DBBA3EA993F}" type="presParOf" srcId="{FF94D98C-E709-4299-9F93-3846CCE12A78}" destId="{E2663618-AE2F-4D44-BF53-571FFEC9BED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164A3E8-FAA0-4EF2-8A84-A67932C3E12E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D75B04-C8D0-4E4C-A400-28A3B03E6FBB}">
      <dgm:prSet/>
      <dgm:spPr/>
      <dgm:t>
        <a:bodyPr/>
        <a:lstStyle/>
        <a:p>
          <a:r>
            <a:rPr lang="en-US"/>
            <a:t>Write</a:t>
          </a:r>
        </a:p>
      </dgm:t>
    </dgm:pt>
    <dgm:pt modelId="{C19FC390-1AC3-441D-87FE-31F52B3E5874}" type="parTrans" cxnId="{E1B134C0-F74C-4CA9-92EE-4FFF845D8F3D}">
      <dgm:prSet/>
      <dgm:spPr/>
      <dgm:t>
        <a:bodyPr/>
        <a:lstStyle/>
        <a:p>
          <a:endParaRPr lang="en-US"/>
        </a:p>
      </dgm:t>
    </dgm:pt>
    <dgm:pt modelId="{58481F69-FB28-494C-957B-4198EFE0C549}" type="sibTrans" cxnId="{E1B134C0-F74C-4CA9-92EE-4FFF845D8F3D}">
      <dgm:prSet/>
      <dgm:spPr/>
      <dgm:t>
        <a:bodyPr/>
        <a:lstStyle/>
        <a:p>
          <a:endParaRPr lang="en-US"/>
        </a:p>
      </dgm:t>
    </dgm:pt>
    <dgm:pt modelId="{95001026-6847-4F05-A8E9-7F875F9FC1EF}">
      <dgm:prSet/>
      <dgm:spPr/>
      <dgm:t>
        <a:bodyPr/>
        <a:lstStyle/>
        <a:p>
          <a:r>
            <a:rPr lang="en-US"/>
            <a:t>Write Python code</a:t>
          </a:r>
        </a:p>
      </dgm:t>
    </dgm:pt>
    <dgm:pt modelId="{35BB0F40-7FE3-47D8-B0A7-601140E44C76}" type="parTrans" cxnId="{7EDCCA0D-9DFF-477C-8032-AE1C9F02C7D0}">
      <dgm:prSet/>
      <dgm:spPr/>
      <dgm:t>
        <a:bodyPr/>
        <a:lstStyle/>
        <a:p>
          <a:endParaRPr lang="en-US"/>
        </a:p>
      </dgm:t>
    </dgm:pt>
    <dgm:pt modelId="{D0EC71CE-DB0E-410F-A41A-8B80DFC1BE52}" type="sibTrans" cxnId="{7EDCCA0D-9DFF-477C-8032-AE1C9F02C7D0}">
      <dgm:prSet/>
      <dgm:spPr/>
      <dgm:t>
        <a:bodyPr/>
        <a:lstStyle/>
        <a:p>
          <a:endParaRPr lang="en-US"/>
        </a:p>
      </dgm:t>
    </dgm:pt>
    <dgm:pt modelId="{D9B9CDBD-0019-44FF-A935-449E2A67970F}">
      <dgm:prSet/>
      <dgm:spPr/>
      <dgm:t>
        <a:bodyPr/>
        <a:lstStyle/>
        <a:p>
          <a:r>
            <a:rPr lang="en-US"/>
            <a:t>Create</a:t>
          </a:r>
        </a:p>
      </dgm:t>
    </dgm:pt>
    <dgm:pt modelId="{50CC1111-4C0D-46D4-9166-18DEF33EF6EE}" type="parTrans" cxnId="{A9E9AAA6-C95C-44A9-BB49-ABD68A58649C}">
      <dgm:prSet/>
      <dgm:spPr/>
      <dgm:t>
        <a:bodyPr/>
        <a:lstStyle/>
        <a:p>
          <a:endParaRPr lang="en-US"/>
        </a:p>
      </dgm:t>
    </dgm:pt>
    <dgm:pt modelId="{70193B49-6CC5-4F56-B40B-9EDE921C652F}" type="sibTrans" cxnId="{A9E9AAA6-C95C-44A9-BB49-ABD68A58649C}">
      <dgm:prSet/>
      <dgm:spPr/>
      <dgm:t>
        <a:bodyPr/>
        <a:lstStyle/>
        <a:p>
          <a:endParaRPr lang="en-US"/>
        </a:p>
      </dgm:t>
    </dgm:pt>
    <dgm:pt modelId="{6338794A-F6B4-4E1B-9456-98072B317BE8}">
      <dgm:prSet/>
      <dgm:spPr/>
      <dgm:t>
        <a:bodyPr/>
        <a:lstStyle/>
        <a:p>
          <a:r>
            <a:rPr lang="en-US"/>
            <a:t>Create modules:</a:t>
          </a:r>
        </a:p>
      </dgm:t>
    </dgm:pt>
    <dgm:pt modelId="{BB81790C-A72F-4988-A59C-5BE1DFDC3B48}" type="parTrans" cxnId="{76F95CBC-3811-4FA4-A9A5-E993E3E6364C}">
      <dgm:prSet/>
      <dgm:spPr/>
      <dgm:t>
        <a:bodyPr/>
        <a:lstStyle/>
        <a:p>
          <a:endParaRPr lang="en-US"/>
        </a:p>
      </dgm:t>
    </dgm:pt>
    <dgm:pt modelId="{3E5E10DC-84ED-4BD8-B1A3-D5A884DE0CDE}" type="sibTrans" cxnId="{76F95CBC-3811-4FA4-A9A5-E993E3E6364C}">
      <dgm:prSet/>
      <dgm:spPr/>
      <dgm:t>
        <a:bodyPr/>
        <a:lstStyle/>
        <a:p>
          <a:endParaRPr lang="en-US"/>
        </a:p>
      </dgm:t>
    </dgm:pt>
    <dgm:pt modelId="{C9738028-91BA-4E01-B19F-6C56B88D04A4}">
      <dgm:prSet/>
      <dgm:spPr/>
      <dgm:t>
        <a:bodyPr/>
        <a:lstStyle/>
        <a:p>
          <a:r>
            <a:rPr lang="en-US"/>
            <a:t>book_manager.py</a:t>
          </a:r>
        </a:p>
      </dgm:t>
    </dgm:pt>
    <dgm:pt modelId="{E8C5D8CF-A42D-4891-A5EF-7E883679CA83}" type="parTrans" cxnId="{5956FEE2-80E2-4451-9F46-1EC0F9B16199}">
      <dgm:prSet/>
      <dgm:spPr/>
      <dgm:t>
        <a:bodyPr/>
        <a:lstStyle/>
        <a:p>
          <a:endParaRPr lang="en-US"/>
        </a:p>
      </dgm:t>
    </dgm:pt>
    <dgm:pt modelId="{7B0C31D2-9A11-4241-B3E9-A6FF88D879EB}" type="sibTrans" cxnId="{5956FEE2-80E2-4451-9F46-1EC0F9B16199}">
      <dgm:prSet/>
      <dgm:spPr/>
      <dgm:t>
        <a:bodyPr/>
        <a:lstStyle/>
        <a:p>
          <a:endParaRPr lang="en-US"/>
        </a:p>
      </dgm:t>
    </dgm:pt>
    <dgm:pt modelId="{2EADA419-56FA-406D-9C3D-02784C0A310A}">
      <dgm:prSet/>
      <dgm:spPr/>
      <dgm:t>
        <a:bodyPr/>
        <a:lstStyle/>
        <a:p>
          <a:r>
            <a:rPr lang="en-US"/>
            <a:t>book_viewer.py</a:t>
          </a:r>
        </a:p>
      </dgm:t>
    </dgm:pt>
    <dgm:pt modelId="{1573A803-6A24-44D5-8D4C-0318A841BE41}" type="parTrans" cxnId="{A5109A3E-5452-483E-BD2E-C6BFFD44831E}">
      <dgm:prSet/>
      <dgm:spPr/>
      <dgm:t>
        <a:bodyPr/>
        <a:lstStyle/>
        <a:p>
          <a:endParaRPr lang="en-US"/>
        </a:p>
      </dgm:t>
    </dgm:pt>
    <dgm:pt modelId="{10818FDD-B082-4F4E-A763-4D2B0042305E}" type="sibTrans" cxnId="{A5109A3E-5452-483E-BD2E-C6BFFD44831E}">
      <dgm:prSet/>
      <dgm:spPr/>
      <dgm:t>
        <a:bodyPr/>
        <a:lstStyle/>
        <a:p>
          <a:endParaRPr lang="en-US"/>
        </a:p>
      </dgm:t>
    </dgm:pt>
    <dgm:pt modelId="{CC59F2E4-4495-43D8-B530-4EE77278850A}">
      <dgm:prSet/>
      <dgm:spPr/>
      <dgm:t>
        <a:bodyPr/>
        <a:lstStyle/>
        <a:p>
          <a:r>
            <a:rPr lang="en-US"/>
            <a:t>Implement</a:t>
          </a:r>
        </a:p>
      </dgm:t>
    </dgm:pt>
    <dgm:pt modelId="{DB9A6D1C-D90E-45B8-95EB-0A889760ECF6}" type="parTrans" cxnId="{CD8CF2A6-AE30-4C6A-BED2-4AC02AC3145B}">
      <dgm:prSet/>
      <dgm:spPr/>
      <dgm:t>
        <a:bodyPr/>
        <a:lstStyle/>
        <a:p>
          <a:endParaRPr lang="en-US"/>
        </a:p>
      </dgm:t>
    </dgm:pt>
    <dgm:pt modelId="{D695B996-871B-4F9A-87A5-0F84597679F6}" type="sibTrans" cxnId="{CD8CF2A6-AE30-4C6A-BED2-4AC02AC3145B}">
      <dgm:prSet/>
      <dgm:spPr/>
      <dgm:t>
        <a:bodyPr/>
        <a:lstStyle/>
        <a:p>
          <a:endParaRPr lang="en-US"/>
        </a:p>
      </dgm:t>
    </dgm:pt>
    <dgm:pt modelId="{3BB93C1F-2A40-4700-8D02-83F60144EBE0}">
      <dgm:prSet/>
      <dgm:spPr/>
      <dgm:t>
        <a:bodyPr/>
        <a:lstStyle/>
        <a:p>
          <a:r>
            <a:rPr lang="en-US"/>
            <a:t>Implement functions and classes</a:t>
          </a:r>
        </a:p>
      </dgm:t>
    </dgm:pt>
    <dgm:pt modelId="{9A51D1A8-D0CA-416C-966D-E7B42ED318CB}" type="parTrans" cxnId="{2C77A8A8-877C-432A-A0EE-D159338745E3}">
      <dgm:prSet/>
      <dgm:spPr/>
      <dgm:t>
        <a:bodyPr/>
        <a:lstStyle/>
        <a:p>
          <a:endParaRPr lang="en-US"/>
        </a:p>
      </dgm:t>
    </dgm:pt>
    <dgm:pt modelId="{0DE3C840-FA15-4EAF-B30C-5E4AFD27DFAA}" type="sibTrans" cxnId="{2C77A8A8-877C-432A-A0EE-D159338745E3}">
      <dgm:prSet/>
      <dgm:spPr/>
      <dgm:t>
        <a:bodyPr/>
        <a:lstStyle/>
        <a:p>
          <a:endParaRPr lang="en-US"/>
        </a:p>
      </dgm:t>
    </dgm:pt>
    <dgm:pt modelId="{E3300A13-784F-49A5-BEEF-B8CD2D0CDC64}">
      <dgm:prSet/>
      <dgm:spPr/>
      <dgm:t>
        <a:bodyPr/>
        <a:lstStyle/>
        <a:p>
          <a:r>
            <a:rPr lang="en-US"/>
            <a:t>Create</a:t>
          </a:r>
        </a:p>
      </dgm:t>
    </dgm:pt>
    <dgm:pt modelId="{2DD2888B-6193-4CD6-A75E-BC47C258AF74}" type="parTrans" cxnId="{F49EEF03-4E56-4B0F-856A-5EEC58D63DE4}">
      <dgm:prSet/>
      <dgm:spPr/>
      <dgm:t>
        <a:bodyPr/>
        <a:lstStyle/>
        <a:p>
          <a:endParaRPr lang="en-US"/>
        </a:p>
      </dgm:t>
    </dgm:pt>
    <dgm:pt modelId="{91493492-A167-42B9-AF31-821168AE8326}" type="sibTrans" cxnId="{F49EEF03-4E56-4B0F-856A-5EEC58D63DE4}">
      <dgm:prSet/>
      <dgm:spPr/>
      <dgm:t>
        <a:bodyPr/>
        <a:lstStyle/>
        <a:p>
          <a:endParaRPr lang="en-US"/>
        </a:p>
      </dgm:t>
    </dgm:pt>
    <dgm:pt modelId="{D9E31521-869C-48C3-A8E7-5098BFFE3C09}">
      <dgm:prSet/>
      <dgm:spPr/>
      <dgm:t>
        <a:bodyPr/>
        <a:lstStyle/>
        <a:p>
          <a:r>
            <a:rPr lang="en-US"/>
            <a:t>Create JSON data storage</a:t>
          </a:r>
        </a:p>
      </dgm:t>
    </dgm:pt>
    <dgm:pt modelId="{EC411735-BC3D-4CEC-8C4E-D1D87F218B36}" type="parTrans" cxnId="{91577029-373E-40EA-ACB4-67CB7ABDA14D}">
      <dgm:prSet/>
      <dgm:spPr/>
      <dgm:t>
        <a:bodyPr/>
        <a:lstStyle/>
        <a:p>
          <a:endParaRPr lang="en-US"/>
        </a:p>
      </dgm:t>
    </dgm:pt>
    <dgm:pt modelId="{769EA17F-051A-4E64-9B63-C5EC1C53E757}" type="sibTrans" cxnId="{91577029-373E-40EA-ACB4-67CB7ABDA14D}">
      <dgm:prSet/>
      <dgm:spPr/>
      <dgm:t>
        <a:bodyPr/>
        <a:lstStyle/>
        <a:p>
          <a:endParaRPr lang="en-US"/>
        </a:p>
      </dgm:t>
    </dgm:pt>
    <dgm:pt modelId="{644A05E9-698A-4D38-BE71-32662E97C1D7}" type="pres">
      <dgm:prSet presAssocID="{3164A3E8-FAA0-4EF2-8A84-A67932C3E12E}" presName="Name0" presStyleCnt="0">
        <dgm:presLayoutVars>
          <dgm:dir/>
          <dgm:animLvl val="lvl"/>
          <dgm:resizeHandles val="exact"/>
        </dgm:presLayoutVars>
      </dgm:prSet>
      <dgm:spPr/>
    </dgm:pt>
    <dgm:pt modelId="{3C823269-BB11-473A-A304-56B0F369B134}" type="pres">
      <dgm:prSet presAssocID="{08D75B04-C8D0-4E4C-A400-28A3B03E6FBB}" presName="composite" presStyleCnt="0"/>
      <dgm:spPr/>
    </dgm:pt>
    <dgm:pt modelId="{B1DB1C28-2AA0-4015-8FFF-6D683460E383}" type="pres">
      <dgm:prSet presAssocID="{08D75B04-C8D0-4E4C-A400-28A3B03E6FBB}" presName="parTx" presStyleLbl="alignNode1" presStyleIdx="0" presStyleCnt="4">
        <dgm:presLayoutVars>
          <dgm:chMax val="0"/>
          <dgm:chPref val="0"/>
        </dgm:presLayoutVars>
      </dgm:prSet>
      <dgm:spPr/>
    </dgm:pt>
    <dgm:pt modelId="{00D865E2-AE79-4576-9F8E-038736531FFA}" type="pres">
      <dgm:prSet presAssocID="{08D75B04-C8D0-4E4C-A400-28A3B03E6FBB}" presName="desTx" presStyleLbl="alignAccFollowNode1" presStyleIdx="0" presStyleCnt="4">
        <dgm:presLayoutVars/>
      </dgm:prSet>
      <dgm:spPr/>
    </dgm:pt>
    <dgm:pt modelId="{800D32F4-75AB-499E-AFDC-199AABB67D00}" type="pres">
      <dgm:prSet presAssocID="{58481F69-FB28-494C-957B-4198EFE0C549}" presName="space" presStyleCnt="0"/>
      <dgm:spPr/>
    </dgm:pt>
    <dgm:pt modelId="{F7E59B35-C4E0-4CF7-AE39-25F3DF026E83}" type="pres">
      <dgm:prSet presAssocID="{D9B9CDBD-0019-44FF-A935-449E2A67970F}" presName="composite" presStyleCnt="0"/>
      <dgm:spPr/>
    </dgm:pt>
    <dgm:pt modelId="{719599CE-9798-4B71-A23B-7E0BF63D8E59}" type="pres">
      <dgm:prSet presAssocID="{D9B9CDBD-0019-44FF-A935-449E2A67970F}" presName="parTx" presStyleLbl="alignNode1" presStyleIdx="1" presStyleCnt="4">
        <dgm:presLayoutVars>
          <dgm:chMax val="0"/>
          <dgm:chPref val="0"/>
        </dgm:presLayoutVars>
      </dgm:prSet>
      <dgm:spPr/>
    </dgm:pt>
    <dgm:pt modelId="{6485AC99-C1CD-4053-A3F6-A61EA5237BD7}" type="pres">
      <dgm:prSet presAssocID="{D9B9CDBD-0019-44FF-A935-449E2A67970F}" presName="desTx" presStyleLbl="alignAccFollowNode1" presStyleIdx="1" presStyleCnt="4">
        <dgm:presLayoutVars/>
      </dgm:prSet>
      <dgm:spPr/>
    </dgm:pt>
    <dgm:pt modelId="{E86DFEF8-8F83-480D-BF5E-D24D73E02D67}" type="pres">
      <dgm:prSet presAssocID="{70193B49-6CC5-4F56-B40B-9EDE921C652F}" presName="space" presStyleCnt="0"/>
      <dgm:spPr/>
    </dgm:pt>
    <dgm:pt modelId="{DAB58C3C-3748-4BBA-B5FB-F6704FD7018A}" type="pres">
      <dgm:prSet presAssocID="{CC59F2E4-4495-43D8-B530-4EE77278850A}" presName="composite" presStyleCnt="0"/>
      <dgm:spPr/>
    </dgm:pt>
    <dgm:pt modelId="{1BADD075-B917-4F91-9800-722323F4BE0B}" type="pres">
      <dgm:prSet presAssocID="{CC59F2E4-4495-43D8-B530-4EE77278850A}" presName="parTx" presStyleLbl="alignNode1" presStyleIdx="2" presStyleCnt="4">
        <dgm:presLayoutVars>
          <dgm:chMax val="0"/>
          <dgm:chPref val="0"/>
        </dgm:presLayoutVars>
      </dgm:prSet>
      <dgm:spPr/>
    </dgm:pt>
    <dgm:pt modelId="{1390E1AD-886D-4A88-8C9E-3955FD332728}" type="pres">
      <dgm:prSet presAssocID="{CC59F2E4-4495-43D8-B530-4EE77278850A}" presName="desTx" presStyleLbl="alignAccFollowNode1" presStyleIdx="2" presStyleCnt="4">
        <dgm:presLayoutVars/>
      </dgm:prSet>
      <dgm:spPr/>
    </dgm:pt>
    <dgm:pt modelId="{755DB59B-966A-4C80-9671-28B10838687F}" type="pres">
      <dgm:prSet presAssocID="{D695B996-871B-4F9A-87A5-0F84597679F6}" presName="space" presStyleCnt="0"/>
      <dgm:spPr/>
    </dgm:pt>
    <dgm:pt modelId="{3E67347F-057A-432E-B94E-17199B03BA1C}" type="pres">
      <dgm:prSet presAssocID="{E3300A13-784F-49A5-BEEF-B8CD2D0CDC64}" presName="composite" presStyleCnt="0"/>
      <dgm:spPr/>
    </dgm:pt>
    <dgm:pt modelId="{E76E7D35-F6EA-41B3-99AE-F342FDC418AE}" type="pres">
      <dgm:prSet presAssocID="{E3300A13-784F-49A5-BEEF-B8CD2D0CDC64}" presName="parTx" presStyleLbl="alignNode1" presStyleIdx="3" presStyleCnt="4">
        <dgm:presLayoutVars>
          <dgm:chMax val="0"/>
          <dgm:chPref val="0"/>
        </dgm:presLayoutVars>
      </dgm:prSet>
      <dgm:spPr/>
    </dgm:pt>
    <dgm:pt modelId="{5AE5FEEA-F327-4FEE-9B45-2974737B57A6}" type="pres">
      <dgm:prSet presAssocID="{E3300A13-784F-49A5-BEEF-B8CD2D0CDC64}" presName="desTx" presStyleLbl="alignAccFollowNode1" presStyleIdx="3" presStyleCnt="4">
        <dgm:presLayoutVars/>
      </dgm:prSet>
      <dgm:spPr/>
    </dgm:pt>
  </dgm:ptLst>
  <dgm:cxnLst>
    <dgm:cxn modelId="{F49EEF03-4E56-4B0F-856A-5EEC58D63DE4}" srcId="{3164A3E8-FAA0-4EF2-8A84-A67932C3E12E}" destId="{E3300A13-784F-49A5-BEEF-B8CD2D0CDC64}" srcOrd="3" destOrd="0" parTransId="{2DD2888B-6193-4CD6-A75E-BC47C258AF74}" sibTransId="{91493492-A167-42B9-AF31-821168AE8326}"/>
    <dgm:cxn modelId="{E77BAF09-7A14-4DFA-9A97-942D54DA99FF}" type="presOf" srcId="{3164A3E8-FAA0-4EF2-8A84-A67932C3E12E}" destId="{644A05E9-698A-4D38-BE71-32662E97C1D7}" srcOrd="0" destOrd="0" presId="urn:microsoft.com/office/officeart/2016/7/layout/HorizontalActionList"/>
    <dgm:cxn modelId="{7EDCCA0D-9DFF-477C-8032-AE1C9F02C7D0}" srcId="{08D75B04-C8D0-4E4C-A400-28A3B03E6FBB}" destId="{95001026-6847-4F05-A8E9-7F875F9FC1EF}" srcOrd="0" destOrd="0" parTransId="{35BB0F40-7FE3-47D8-B0A7-601140E44C76}" sibTransId="{D0EC71CE-DB0E-410F-A41A-8B80DFC1BE52}"/>
    <dgm:cxn modelId="{B6003516-AA42-4741-9F86-5A5B40AC81F5}" type="presOf" srcId="{08D75B04-C8D0-4E4C-A400-28A3B03E6FBB}" destId="{B1DB1C28-2AA0-4015-8FFF-6D683460E383}" srcOrd="0" destOrd="0" presId="urn:microsoft.com/office/officeart/2016/7/layout/HorizontalActionList"/>
    <dgm:cxn modelId="{B24DD820-B030-4B66-BA72-2B8EF3A512BB}" type="presOf" srcId="{C9738028-91BA-4E01-B19F-6C56B88D04A4}" destId="{6485AC99-C1CD-4053-A3F6-A61EA5237BD7}" srcOrd="0" destOrd="1" presId="urn:microsoft.com/office/officeart/2016/7/layout/HorizontalActionList"/>
    <dgm:cxn modelId="{91577029-373E-40EA-ACB4-67CB7ABDA14D}" srcId="{E3300A13-784F-49A5-BEEF-B8CD2D0CDC64}" destId="{D9E31521-869C-48C3-A8E7-5098BFFE3C09}" srcOrd="0" destOrd="0" parTransId="{EC411735-BC3D-4CEC-8C4E-D1D87F218B36}" sibTransId="{769EA17F-051A-4E64-9B63-C5EC1C53E757}"/>
    <dgm:cxn modelId="{A5109A3E-5452-483E-BD2E-C6BFFD44831E}" srcId="{6338794A-F6B4-4E1B-9456-98072B317BE8}" destId="{2EADA419-56FA-406D-9C3D-02784C0A310A}" srcOrd="1" destOrd="0" parTransId="{1573A803-6A24-44D5-8D4C-0318A841BE41}" sibTransId="{10818FDD-B082-4F4E-A763-4D2B0042305E}"/>
    <dgm:cxn modelId="{F5D4D261-6B00-4335-B3CF-6F9D8328945A}" type="presOf" srcId="{6338794A-F6B4-4E1B-9456-98072B317BE8}" destId="{6485AC99-C1CD-4053-A3F6-A61EA5237BD7}" srcOrd="0" destOrd="0" presId="urn:microsoft.com/office/officeart/2016/7/layout/HorizontalActionList"/>
    <dgm:cxn modelId="{F5E16B51-E7CB-41C8-AFBA-8B9C12469341}" type="presOf" srcId="{D9B9CDBD-0019-44FF-A935-449E2A67970F}" destId="{719599CE-9798-4B71-A23B-7E0BF63D8E59}" srcOrd="0" destOrd="0" presId="urn:microsoft.com/office/officeart/2016/7/layout/HorizontalActionList"/>
    <dgm:cxn modelId="{1B89DA55-2875-48DB-B8E7-3CB1E0D523FF}" type="presOf" srcId="{E3300A13-784F-49A5-BEEF-B8CD2D0CDC64}" destId="{E76E7D35-F6EA-41B3-99AE-F342FDC418AE}" srcOrd="0" destOrd="0" presId="urn:microsoft.com/office/officeart/2016/7/layout/HorizontalActionList"/>
    <dgm:cxn modelId="{1B32157F-FD26-4BFE-9A8C-91DAF975C6D9}" type="presOf" srcId="{2EADA419-56FA-406D-9C3D-02784C0A310A}" destId="{6485AC99-C1CD-4053-A3F6-A61EA5237BD7}" srcOrd="0" destOrd="2" presId="urn:microsoft.com/office/officeart/2016/7/layout/HorizontalActionList"/>
    <dgm:cxn modelId="{9387CF92-4B20-497F-87E8-8FFF137B0DDC}" type="presOf" srcId="{95001026-6847-4F05-A8E9-7F875F9FC1EF}" destId="{00D865E2-AE79-4576-9F8E-038736531FFA}" srcOrd="0" destOrd="0" presId="urn:microsoft.com/office/officeart/2016/7/layout/HorizontalActionList"/>
    <dgm:cxn modelId="{A9E9AAA6-C95C-44A9-BB49-ABD68A58649C}" srcId="{3164A3E8-FAA0-4EF2-8A84-A67932C3E12E}" destId="{D9B9CDBD-0019-44FF-A935-449E2A67970F}" srcOrd="1" destOrd="0" parTransId="{50CC1111-4C0D-46D4-9166-18DEF33EF6EE}" sibTransId="{70193B49-6CC5-4F56-B40B-9EDE921C652F}"/>
    <dgm:cxn modelId="{CD8CF2A6-AE30-4C6A-BED2-4AC02AC3145B}" srcId="{3164A3E8-FAA0-4EF2-8A84-A67932C3E12E}" destId="{CC59F2E4-4495-43D8-B530-4EE77278850A}" srcOrd="2" destOrd="0" parTransId="{DB9A6D1C-D90E-45B8-95EB-0A889760ECF6}" sibTransId="{D695B996-871B-4F9A-87A5-0F84597679F6}"/>
    <dgm:cxn modelId="{2C77A8A8-877C-432A-A0EE-D159338745E3}" srcId="{CC59F2E4-4495-43D8-B530-4EE77278850A}" destId="{3BB93C1F-2A40-4700-8D02-83F60144EBE0}" srcOrd="0" destOrd="0" parTransId="{9A51D1A8-D0CA-416C-966D-E7B42ED318CB}" sibTransId="{0DE3C840-FA15-4EAF-B30C-5E4AFD27DFAA}"/>
    <dgm:cxn modelId="{DD5ABCA8-0A20-4DFC-8B3B-B4F632DCDDDE}" type="presOf" srcId="{3BB93C1F-2A40-4700-8D02-83F60144EBE0}" destId="{1390E1AD-886D-4A88-8C9E-3955FD332728}" srcOrd="0" destOrd="0" presId="urn:microsoft.com/office/officeart/2016/7/layout/HorizontalActionList"/>
    <dgm:cxn modelId="{76F95CBC-3811-4FA4-A9A5-E993E3E6364C}" srcId="{D9B9CDBD-0019-44FF-A935-449E2A67970F}" destId="{6338794A-F6B4-4E1B-9456-98072B317BE8}" srcOrd="0" destOrd="0" parTransId="{BB81790C-A72F-4988-A59C-5BE1DFDC3B48}" sibTransId="{3E5E10DC-84ED-4BD8-B1A3-D5A884DE0CDE}"/>
    <dgm:cxn modelId="{E1B134C0-F74C-4CA9-92EE-4FFF845D8F3D}" srcId="{3164A3E8-FAA0-4EF2-8A84-A67932C3E12E}" destId="{08D75B04-C8D0-4E4C-A400-28A3B03E6FBB}" srcOrd="0" destOrd="0" parTransId="{C19FC390-1AC3-441D-87FE-31F52B3E5874}" sibTransId="{58481F69-FB28-494C-957B-4198EFE0C549}"/>
    <dgm:cxn modelId="{695EF5CA-4DFF-4145-876C-A5755BE51B4E}" type="presOf" srcId="{CC59F2E4-4495-43D8-B530-4EE77278850A}" destId="{1BADD075-B917-4F91-9800-722323F4BE0B}" srcOrd="0" destOrd="0" presId="urn:microsoft.com/office/officeart/2016/7/layout/HorizontalActionList"/>
    <dgm:cxn modelId="{5956FEE2-80E2-4451-9F46-1EC0F9B16199}" srcId="{6338794A-F6B4-4E1B-9456-98072B317BE8}" destId="{C9738028-91BA-4E01-B19F-6C56B88D04A4}" srcOrd="0" destOrd="0" parTransId="{E8C5D8CF-A42D-4891-A5EF-7E883679CA83}" sibTransId="{7B0C31D2-9A11-4241-B3E9-A6FF88D879EB}"/>
    <dgm:cxn modelId="{741EC2FE-F303-4247-AF3D-7A46509E1E21}" type="presOf" srcId="{D9E31521-869C-48C3-A8E7-5098BFFE3C09}" destId="{5AE5FEEA-F327-4FEE-9B45-2974737B57A6}" srcOrd="0" destOrd="0" presId="urn:microsoft.com/office/officeart/2016/7/layout/HorizontalActionList"/>
    <dgm:cxn modelId="{86B7FD1C-E096-4014-95B9-F2F8198548DE}" type="presParOf" srcId="{644A05E9-698A-4D38-BE71-32662E97C1D7}" destId="{3C823269-BB11-473A-A304-56B0F369B134}" srcOrd="0" destOrd="0" presId="urn:microsoft.com/office/officeart/2016/7/layout/HorizontalActionList"/>
    <dgm:cxn modelId="{835497C2-928B-46F8-89A4-C0DBEC531BAD}" type="presParOf" srcId="{3C823269-BB11-473A-A304-56B0F369B134}" destId="{B1DB1C28-2AA0-4015-8FFF-6D683460E383}" srcOrd="0" destOrd="0" presId="urn:microsoft.com/office/officeart/2016/7/layout/HorizontalActionList"/>
    <dgm:cxn modelId="{C1CB278C-DFEC-4167-AC9F-2DEF378EBB77}" type="presParOf" srcId="{3C823269-BB11-473A-A304-56B0F369B134}" destId="{00D865E2-AE79-4576-9F8E-038736531FFA}" srcOrd="1" destOrd="0" presId="urn:microsoft.com/office/officeart/2016/7/layout/HorizontalActionList"/>
    <dgm:cxn modelId="{2AAB5E5D-1548-4B74-A67D-C06B77F2F500}" type="presParOf" srcId="{644A05E9-698A-4D38-BE71-32662E97C1D7}" destId="{800D32F4-75AB-499E-AFDC-199AABB67D00}" srcOrd="1" destOrd="0" presId="urn:microsoft.com/office/officeart/2016/7/layout/HorizontalActionList"/>
    <dgm:cxn modelId="{004AC5BB-8663-44BD-9B04-883B05B72CA9}" type="presParOf" srcId="{644A05E9-698A-4D38-BE71-32662E97C1D7}" destId="{F7E59B35-C4E0-4CF7-AE39-25F3DF026E83}" srcOrd="2" destOrd="0" presId="urn:microsoft.com/office/officeart/2016/7/layout/HorizontalActionList"/>
    <dgm:cxn modelId="{A27E006B-BF5C-4E5E-8C80-570931778C1F}" type="presParOf" srcId="{F7E59B35-C4E0-4CF7-AE39-25F3DF026E83}" destId="{719599CE-9798-4B71-A23B-7E0BF63D8E59}" srcOrd="0" destOrd="0" presId="urn:microsoft.com/office/officeart/2016/7/layout/HorizontalActionList"/>
    <dgm:cxn modelId="{5E2F7CF7-B7E6-46F2-87E0-12B41F1C0BC9}" type="presParOf" srcId="{F7E59B35-C4E0-4CF7-AE39-25F3DF026E83}" destId="{6485AC99-C1CD-4053-A3F6-A61EA5237BD7}" srcOrd="1" destOrd="0" presId="urn:microsoft.com/office/officeart/2016/7/layout/HorizontalActionList"/>
    <dgm:cxn modelId="{25653561-9C76-4C52-92AD-64B3D8EA43AC}" type="presParOf" srcId="{644A05E9-698A-4D38-BE71-32662E97C1D7}" destId="{E86DFEF8-8F83-480D-BF5E-D24D73E02D67}" srcOrd="3" destOrd="0" presId="urn:microsoft.com/office/officeart/2016/7/layout/HorizontalActionList"/>
    <dgm:cxn modelId="{08BA1A1D-B724-4585-AA52-FCB6BB462DF5}" type="presParOf" srcId="{644A05E9-698A-4D38-BE71-32662E97C1D7}" destId="{DAB58C3C-3748-4BBA-B5FB-F6704FD7018A}" srcOrd="4" destOrd="0" presId="urn:microsoft.com/office/officeart/2016/7/layout/HorizontalActionList"/>
    <dgm:cxn modelId="{0F365A59-2A2D-42B5-BD3B-1F5046C2D6A5}" type="presParOf" srcId="{DAB58C3C-3748-4BBA-B5FB-F6704FD7018A}" destId="{1BADD075-B917-4F91-9800-722323F4BE0B}" srcOrd="0" destOrd="0" presId="urn:microsoft.com/office/officeart/2016/7/layout/HorizontalActionList"/>
    <dgm:cxn modelId="{BCDF70B5-9EEE-4663-AB0D-CA162F58A4C6}" type="presParOf" srcId="{DAB58C3C-3748-4BBA-B5FB-F6704FD7018A}" destId="{1390E1AD-886D-4A88-8C9E-3955FD332728}" srcOrd="1" destOrd="0" presId="urn:microsoft.com/office/officeart/2016/7/layout/HorizontalActionList"/>
    <dgm:cxn modelId="{2C733457-0BF0-4B0C-88CB-90A90CF0D249}" type="presParOf" srcId="{644A05E9-698A-4D38-BE71-32662E97C1D7}" destId="{755DB59B-966A-4C80-9671-28B10838687F}" srcOrd="5" destOrd="0" presId="urn:microsoft.com/office/officeart/2016/7/layout/HorizontalActionList"/>
    <dgm:cxn modelId="{277BD9A6-DCC8-41A1-ABE5-8F89D6C111EE}" type="presParOf" srcId="{644A05E9-698A-4D38-BE71-32662E97C1D7}" destId="{3E67347F-057A-432E-B94E-17199B03BA1C}" srcOrd="6" destOrd="0" presId="urn:microsoft.com/office/officeart/2016/7/layout/HorizontalActionList"/>
    <dgm:cxn modelId="{3557078A-54B3-4A49-A161-E2D2CF77430D}" type="presParOf" srcId="{3E67347F-057A-432E-B94E-17199B03BA1C}" destId="{E76E7D35-F6EA-41B3-99AE-F342FDC418AE}" srcOrd="0" destOrd="0" presId="urn:microsoft.com/office/officeart/2016/7/layout/HorizontalActionList"/>
    <dgm:cxn modelId="{7EA59C18-D4E4-47FB-BFB5-5F16A7F6CC66}" type="presParOf" srcId="{3E67347F-057A-432E-B94E-17199B03BA1C}" destId="{5AE5FEEA-F327-4FEE-9B45-2974737B57A6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77707F-3280-4FDE-9E28-0EE49D3EE42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8E08450-630D-4E0C-A46A-F51EB4A61949}">
      <dgm:prSet/>
      <dgm:spPr/>
      <dgm:t>
        <a:bodyPr/>
        <a:lstStyle/>
        <a:p>
          <a:r>
            <a:rPr lang="en-US"/>
            <a:t>Run the program</a:t>
          </a:r>
        </a:p>
      </dgm:t>
    </dgm:pt>
    <dgm:pt modelId="{42280C40-9AE7-414C-91EC-797CB3DCA11A}" type="parTrans" cxnId="{9A464A5E-8800-4686-81D1-034929F21E45}">
      <dgm:prSet/>
      <dgm:spPr/>
      <dgm:t>
        <a:bodyPr/>
        <a:lstStyle/>
        <a:p>
          <a:endParaRPr lang="en-US"/>
        </a:p>
      </dgm:t>
    </dgm:pt>
    <dgm:pt modelId="{63535306-B4B7-4421-8CF3-A0F538EDEBF7}" type="sibTrans" cxnId="{9A464A5E-8800-4686-81D1-034929F21E45}">
      <dgm:prSet/>
      <dgm:spPr/>
      <dgm:t>
        <a:bodyPr/>
        <a:lstStyle/>
        <a:p>
          <a:endParaRPr lang="en-US"/>
        </a:p>
      </dgm:t>
    </dgm:pt>
    <dgm:pt modelId="{86FE05B1-363C-4B99-BF05-5F04BD18D17A}">
      <dgm:prSet/>
      <dgm:spPr/>
      <dgm:t>
        <a:bodyPr/>
        <a:lstStyle/>
        <a:p>
          <a:r>
            <a:rPr lang="en-US"/>
            <a:t>Give to users (students/librarians)</a:t>
          </a:r>
        </a:p>
      </dgm:t>
    </dgm:pt>
    <dgm:pt modelId="{E1555216-B8D8-461A-843F-BA27DF4F6551}" type="parTrans" cxnId="{87B5A2DE-C683-4695-B391-0F8EE20DE699}">
      <dgm:prSet/>
      <dgm:spPr/>
      <dgm:t>
        <a:bodyPr/>
        <a:lstStyle/>
        <a:p>
          <a:endParaRPr lang="en-US"/>
        </a:p>
      </dgm:t>
    </dgm:pt>
    <dgm:pt modelId="{18CD1E8A-A617-41E9-AD65-9191FF111207}" type="sibTrans" cxnId="{87B5A2DE-C683-4695-B391-0F8EE20DE699}">
      <dgm:prSet/>
      <dgm:spPr/>
      <dgm:t>
        <a:bodyPr/>
        <a:lstStyle/>
        <a:p>
          <a:endParaRPr lang="en-US"/>
        </a:p>
      </dgm:t>
    </dgm:pt>
    <dgm:pt modelId="{959636E4-00A0-4336-AFDA-A3AB3A7A521C}">
      <dgm:prSet/>
      <dgm:spPr/>
      <dgm:t>
        <a:bodyPr/>
        <a:lstStyle/>
        <a:p>
          <a:r>
            <a:rPr lang="en-US"/>
            <a:t>Train them how to use add/borrow/return</a:t>
          </a:r>
        </a:p>
      </dgm:t>
    </dgm:pt>
    <dgm:pt modelId="{024FA9A5-CC51-4B03-B6C0-5C5E1202628C}" type="parTrans" cxnId="{55094AC8-C064-4DC8-A2A9-39FB77D2BCD6}">
      <dgm:prSet/>
      <dgm:spPr/>
      <dgm:t>
        <a:bodyPr/>
        <a:lstStyle/>
        <a:p>
          <a:endParaRPr lang="en-US"/>
        </a:p>
      </dgm:t>
    </dgm:pt>
    <dgm:pt modelId="{4055500E-FE0E-4EB3-88A9-59A68E582216}" type="sibTrans" cxnId="{55094AC8-C064-4DC8-A2A9-39FB77D2BCD6}">
      <dgm:prSet/>
      <dgm:spPr/>
      <dgm:t>
        <a:bodyPr/>
        <a:lstStyle/>
        <a:p>
          <a:endParaRPr lang="en-US"/>
        </a:p>
      </dgm:t>
    </dgm:pt>
    <dgm:pt modelId="{2858D298-1155-4182-8282-F7FC96193065}">
      <dgm:prSet/>
      <dgm:spPr/>
      <dgm:t>
        <a:bodyPr/>
        <a:lstStyle/>
        <a:p>
          <a:r>
            <a:rPr lang="en-US"/>
            <a:t>Start using system in real library</a:t>
          </a:r>
        </a:p>
      </dgm:t>
    </dgm:pt>
    <dgm:pt modelId="{1C605897-583B-40CD-B816-291EEB4617BE}" type="parTrans" cxnId="{3A368614-6231-47CA-918F-747B28A2DCB7}">
      <dgm:prSet/>
      <dgm:spPr/>
      <dgm:t>
        <a:bodyPr/>
        <a:lstStyle/>
        <a:p>
          <a:endParaRPr lang="en-US"/>
        </a:p>
      </dgm:t>
    </dgm:pt>
    <dgm:pt modelId="{50992528-A064-4733-B04C-F6EEFCFC2F70}" type="sibTrans" cxnId="{3A368614-6231-47CA-918F-747B28A2DCB7}">
      <dgm:prSet/>
      <dgm:spPr/>
      <dgm:t>
        <a:bodyPr/>
        <a:lstStyle/>
        <a:p>
          <a:endParaRPr lang="en-US"/>
        </a:p>
      </dgm:t>
    </dgm:pt>
    <dgm:pt modelId="{724DC75F-C830-4C44-B0B9-F96CD039CEA7}" type="pres">
      <dgm:prSet presAssocID="{C977707F-3280-4FDE-9E28-0EE49D3EE42E}" presName="Name0" presStyleCnt="0">
        <dgm:presLayoutVars>
          <dgm:dir/>
          <dgm:resizeHandles val="exact"/>
        </dgm:presLayoutVars>
      </dgm:prSet>
      <dgm:spPr/>
    </dgm:pt>
    <dgm:pt modelId="{7C6E38DE-EF2D-4A7D-A9A1-214CFCA479D8}" type="pres">
      <dgm:prSet presAssocID="{E8E08450-630D-4E0C-A46A-F51EB4A61949}" presName="node" presStyleLbl="node1" presStyleIdx="0" presStyleCnt="4">
        <dgm:presLayoutVars>
          <dgm:bulletEnabled val="1"/>
        </dgm:presLayoutVars>
      </dgm:prSet>
      <dgm:spPr/>
    </dgm:pt>
    <dgm:pt modelId="{DDA792B2-E9AC-4C29-AAE5-4772028402E7}" type="pres">
      <dgm:prSet presAssocID="{63535306-B4B7-4421-8CF3-A0F538EDEBF7}" presName="sibTrans" presStyleLbl="sibTrans1D1" presStyleIdx="0" presStyleCnt="3"/>
      <dgm:spPr/>
    </dgm:pt>
    <dgm:pt modelId="{1DED4C6E-3B43-4506-B052-C497F32C1949}" type="pres">
      <dgm:prSet presAssocID="{63535306-B4B7-4421-8CF3-A0F538EDEBF7}" presName="connectorText" presStyleLbl="sibTrans1D1" presStyleIdx="0" presStyleCnt="3"/>
      <dgm:spPr/>
    </dgm:pt>
    <dgm:pt modelId="{F4C6675C-CBFA-407B-A539-0ABA7FDC80F6}" type="pres">
      <dgm:prSet presAssocID="{86FE05B1-363C-4B99-BF05-5F04BD18D17A}" presName="node" presStyleLbl="node1" presStyleIdx="1" presStyleCnt="4">
        <dgm:presLayoutVars>
          <dgm:bulletEnabled val="1"/>
        </dgm:presLayoutVars>
      </dgm:prSet>
      <dgm:spPr/>
    </dgm:pt>
    <dgm:pt modelId="{74DBB038-866B-4533-ACE8-652DB86B7781}" type="pres">
      <dgm:prSet presAssocID="{18CD1E8A-A617-41E9-AD65-9191FF111207}" presName="sibTrans" presStyleLbl="sibTrans1D1" presStyleIdx="1" presStyleCnt="3"/>
      <dgm:spPr/>
    </dgm:pt>
    <dgm:pt modelId="{DE890269-DE77-4421-BF30-418E49A88A1A}" type="pres">
      <dgm:prSet presAssocID="{18CD1E8A-A617-41E9-AD65-9191FF111207}" presName="connectorText" presStyleLbl="sibTrans1D1" presStyleIdx="1" presStyleCnt="3"/>
      <dgm:spPr/>
    </dgm:pt>
    <dgm:pt modelId="{D2CE76DC-AFB0-4E97-AFDB-39685F8D53F5}" type="pres">
      <dgm:prSet presAssocID="{959636E4-00A0-4336-AFDA-A3AB3A7A521C}" presName="node" presStyleLbl="node1" presStyleIdx="2" presStyleCnt="4">
        <dgm:presLayoutVars>
          <dgm:bulletEnabled val="1"/>
        </dgm:presLayoutVars>
      </dgm:prSet>
      <dgm:spPr/>
    </dgm:pt>
    <dgm:pt modelId="{62738340-165E-46DD-A45F-B3B15E905303}" type="pres">
      <dgm:prSet presAssocID="{4055500E-FE0E-4EB3-88A9-59A68E582216}" presName="sibTrans" presStyleLbl="sibTrans1D1" presStyleIdx="2" presStyleCnt="3"/>
      <dgm:spPr/>
    </dgm:pt>
    <dgm:pt modelId="{1C7233AC-10FF-49F7-B73B-545FCC666CAF}" type="pres">
      <dgm:prSet presAssocID="{4055500E-FE0E-4EB3-88A9-59A68E582216}" presName="connectorText" presStyleLbl="sibTrans1D1" presStyleIdx="2" presStyleCnt="3"/>
      <dgm:spPr/>
    </dgm:pt>
    <dgm:pt modelId="{35135A2A-B201-4FA8-A4FD-60727AF617EB}" type="pres">
      <dgm:prSet presAssocID="{2858D298-1155-4182-8282-F7FC96193065}" presName="node" presStyleLbl="node1" presStyleIdx="3" presStyleCnt="4">
        <dgm:presLayoutVars>
          <dgm:bulletEnabled val="1"/>
        </dgm:presLayoutVars>
      </dgm:prSet>
      <dgm:spPr/>
    </dgm:pt>
  </dgm:ptLst>
  <dgm:cxnLst>
    <dgm:cxn modelId="{3A368614-6231-47CA-918F-747B28A2DCB7}" srcId="{C977707F-3280-4FDE-9E28-0EE49D3EE42E}" destId="{2858D298-1155-4182-8282-F7FC96193065}" srcOrd="3" destOrd="0" parTransId="{1C605897-583B-40CD-B816-291EEB4617BE}" sibTransId="{50992528-A064-4733-B04C-F6EEFCFC2F70}"/>
    <dgm:cxn modelId="{34CC1F19-302C-4F73-AE05-CA8FE8F6D805}" type="presOf" srcId="{86FE05B1-363C-4B99-BF05-5F04BD18D17A}" destId="{F4C6675C-CBFA-407B-A539-0ABA7FDC80F6}" srcOrd="0" destOrd="0" presId="urn:microsoft.com/office/officeart/2016/7/layout/RepeatingBendingProcessNew"/>
    <dgm:cxn modelId="{60D6C91B-A4A5-43F2-AE8D-B02B5C73093C}" type="presOf" srcId="{2858D298-1155-4182-8282-F7FC96193065}" destId="{35135A2A-B201-4FA8-A4FD-60727AF617EB}" srcOrd="0" destOrd="0" presId="urn:microsoft.com/office/officeart/2016/7/layout/RepeatingBendingProcessNew"/>
    <dgm:cxn modelId="{CC00E61D-E2BA-4D86-AE22-5D1155CA4879}" type="presOf" srcId="{E8E08450-630D-4E0C-A46A-F51EB4A61949}" destId="{7C6E38DE-EF2D-4A7D-A9A1-214CFCA479D8}" srcOrd="0" destOrd="0" presId="urn:microsoft.com/office/officeart/2016/7/layout/RepeatingBendingProcessNew"/>
    <dgm:cxn modelId="{9A464A5E-8800-4686-81D1-034929F21E45}" srcId="{C977707F-3280-4FDE-9E28-0EE49D3EE42E}" destId="{E8E08450-630D-4E0C-A46A-F51EB4A61949}" srcOrd="0" destOrd="0" parTransId="{42280C40-9AE7-414C-91EC-797CB3DCA11A}" sibTransId="{63535306-B4B7-4421-8CF3-A0F538EDEBF7}"/>
    <dgm:cxn modelId="{F785C966-E729-4E35-8B76-EC2D6E46B84D}" type="presOf" srcId="{18CD1E8A-A617-41E9-AD65-9191FF111207}" destId="{DE890269-DE77-4421-BF30-418E49A88A1A}" srcOrd="1" destOrd="0" presId="urn:microsoft.com/office/officeart/2016/7/layout/RepeatingBendingProcessNew"/>
    <dgm:cxn modelId="{DB134769-5146-429E-894E-E21AFF527D6F}" type="presOf" srcId="{63535306-B4B7-4421-8CF3-A0F538EDEBF7}" destId="{1DED4C6E-3B43-4506-B052-C497F32C1949}" srcOrd="1" destOrd="0" presId="urn:microsoft.com/office/officeart/2016/7/layout/RepeatingBendingProcessNew"/>
    <dgm:cxn modelId="{53849996-0CC0-448A-8056-EA84989F7A64}" type="presOf" srcId="{4055500E-FE0E-4EB3-88A9-59A68E582216}" destId="{1C7233AC-10FF-49F7-B73B-545FCC666CAF}" srcOrd="1" destOrd="0" presId="urn:microsoft.com/office/officeart/2016/7/layout/RepeatingBendingProcessNew"/>
    <dgm:cxn modelId="{3F817399-F1B6-4D66-81C7-4CE41751A0F3}" type="presOf" srcId="{959636E4-00A0-4336-AFDA-A3AB3A7A521C}" destId="{D2CE76DC-AFB0-4E97-AFDB-39685F8D53F5}" srcOrd="0" destOrd="0" presId="urn:microsoft.com/office/officeart/2016/7/layout/RepeatingBendingProcessNew"/>
    <dgm:cxn modelId="{C67583B8-65B3-430B-BC0B-ACF286B1D210}" type="presOf" srcId="{4055500E-FE0E-4EB3-88A9-59A68E582216}" destId="{62738340-165E-46DD-A45F-B3B15E905303}" srcOrd="0" destOrd="0" presId="urn:microsoft.com/office/officeart/2016/7/layout/RepeatingBendingProcessNew"/>
    <dgm:cxn modelId="{55094AC8-C064-4DC8-A2A9-39FB77D2BCD6}" srcId="{C977707F-3280-4FDE-9E28-0EE49D3EE42E}" destId="{959636E4-00A0-4336-AFDA-A3AB3A7A521C}" srcOrd="2" destOrd="0" parTransId="{024FA9A5-CC51-4B03-B6C0-5C5E1202628C}" sibTransId="{4055500E-FE0E-4EB3-88A9-59A68E582216}"/>
    <dgm:cxn modelId="{F8BB82CC-EA57-4152-8CFD-D4030450E4E0}" type="presOf" srcId="{C977707F-3280-4FDE-9E28-0EE49D3EE42E}" destId="{724DC75F-C830-4C44-B0B9-F96CD039CEA7}" srcOrd="0" destOrd="0" presId="urn:microsoft.com/office/officeart/2016/7/layout/RepeatingBendingProcessNew"/>
    <dgm:cxn modelId="{C951BECE-CE6F-4D69-A844-55E4AED9A14F}" type="presOf" srcId="{18CD1E8A-A617-41E9-AD65-9191FF111207}" destId="{74DBB038-866B-4533-ACE8-652DB86B7781}" srcOrd="0" destOrd="0" presId="urn:microsoft.com/office/officeart/2016/7/layout/RepeatingBendingProcessNew"/>
    <dgm:cxn modelId="{87B5A2DE-C683-4695-B391-0F8EE20DE699}" srcId="{C977707F-3280-4FDE-9E28-0EE49D3EE42E}" destId="{86FE05B1-363C-4B99-BF05-5F04BD18D17A}" srcOrd="1" destOrd="0" parTransId="{E1555216-B8D8-461A-843F-BA27DF4F6551}" sibTransId="{18CD1E8A-A617-41E9-AD65-9191FF111207}"/>
    <dgm:cxn modelId="{FB4D01FA-AA91-4725-9BA1-6C703915F6F5}" type="presOf" srcId="{63535306-B4B7-4421-8CF3-A0F538EDEBF7}" destId="{DDA792B2-E9AC-4C29-AAE5-4772028402E7}" srcOrd="0" destOrd="0" presId="urn:microsoft.com/office/officeart/2016/7/layout/RepeatingBendingProcessNew"/>
    <dgm:cxn modelId="{DB86692B-FD07-44A3-A590-9238CED23728}" type="presParOf" srcId="{724DC75F-C830-4C44-B0B9-F96CD039CEA7}" destId="{7C6E38DE-EF2D-4A7D-A9A1-214CFCA479D8}" srcOrd="0" destOrd="0" presId="urn:microsoft.com/office/officeart/2016/7/layout/RepeatingBendingProcessNew"/>
    <dgm:cxn modelId="{8A44B500-2024-4709-91D0-F7EDCFDCE91D}" type="presParOf" srcId="{724DC75F-C830-4C44-B0B9-F96CD039CEA7}" destId="{DDA792B2-E9AC-4C29-AAE5-4772028402E7}" srcOrd="1" destOrd="0" presId="urn:microsoft.com/office/officeart/2016/7/layout/RepeatingBendingProcessNew"/>
    <dgm:cxn modelId="{73C0E2BD-6AE3-40A1-B112-18B9B1E26695}" type="presParOf" srcId="{DDA792B2-E9AC-4C29-AAE5-4772028402E7}" destId="{1DED4C6E-3B43-4506-B052-C497F32C1949}" srcOrd="0" destOrd="0" presId="urn:microsoft.com/office/officeart/2016/7/layout/RepeatingBendingProcessNew"/>
    <dgm:cxn modelId="{6B37EF8E-6958-4939-AB9C-F5C7192C7C08}" type="presParOf" srcId="{724DC75F-C830-4C44-B0B9-F96CD039CEA7}" destId="{F4C6675C-CBFA-407B-A539-0ABA7FDC80F6}" srcOrd="2" destOrd="0" presId="urn:microsoft.com/office/officeart/2016/7/layout/RepeatingBendingProcessNew"/>
    <dgm:cxn modelId="{8904239C-9769-4121-886B-F9BA87CB07A4}" type="presParOf" srcId="{724DC75F-C830-4C44-B0B9-F96CD039CEA7}" destId="{74DBB038-866B-4533-ACE8-652DB86B7781}" srcOrd="3" destOrd="0" presId="urn:microsoft.com/office/officeart/2016/7/layout/RepeatingBendingProcessNew"/>
    <dgm:cxn modelId="{91AC4EB0-2CF8-4DDE-A11D-C23BDB66AB7A}" type="presParOf" srcId="{74DBB038-866B-4533-ACE8-652DB86B7781}" destId="{DE890269-DE77-4421-BF30-418E49A88A1A}" srcOrd="0" destOrd="0" presId="urn:microsoft.com/office/officeart/2016/7/layout/RepeatingBendingProcessNew"/>
    <dgm:cxn modelId="{03D4B901-8889-4FAB-820C-8778302B56DC}" type="presParOf" srcId="{724DC75F-C830-4C44-B0B9-F96CD039CEA7}" destId="{D2CE76DC-AFB0-4E97-AFDB-39685F8D53F5}" srcOrd="4" destOrd="0" presId="urn:microsoft.com/office/officeart/2016/7/layout/RepeatingBendingProcessNew"/>
    <dgm:cxn modelId="{E8BEAB02-8909-4F5D-8282-E1BBF655380B}" type="presParOf" srcId="{724DC75F-C830-4C44-B0B9-F96CD039CEA7}" destId="{62738340-165E-46DD-A45F-B3B15E905303}" srcOrd="5" destOrd="0" presId="urn:microsoft.com/office/officeart/2016/7/layout/RepeatingBendingProcessNew"/>
    <dgm:cxn modelId="{48BD009B-82CA-4CAD-A754-58C0CC6806B8}" type="presParOf" srcId="{62738340-165E-46DD-A45F-B3B15E905303}" destId="{1C7233AC-10FF-49F7-B73B-545FCC666CAF}" srcOrd="0" destOrd="0" presId="urn:microsoft.com/office/officeart/2016/7/layout/RepeatingBendingProcessNew"/>
    <dgm:cxn modelId="{EADDBADD-3966-4005-A3FA-49769E5534C0}" type="presParOf" srcId="{724DC75F-C830-4C44-B0B9-F96CD039CEA7}" destId="{35135A2A-B201-4FA8-A4FD-60727AF617EB}" srcOrd="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B4C3EA-FE31-43B7-B695-33728A7C2968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B0A6E64-5F6F-41DC-9047-7DB6E5B118D1}">
      <dgm:prSet/>
      <dgm:spPr/>
      <dgm:t>
        <a:bodyPr/>
        <a:lstStyle/>
        <a:p>
          <a:r>
            <a:rPr lang="en-US"/>
            <a:t>Fix</a:t>
          </a:r>
        </a:p>
      </dgm:t>
    </dgm:pt>
    <dgm:pt modelId="{2AA4A171-6A10-44A2-800F-EE91ABE4F77E}" type="parTrans" cxnId="{39E04BC0-FFB4-4A77-899A-F1271592BCF7}">
      <dgm:prSet/>
      <dgm:spPr/>
      <dgm:t>
        <a:bodyPr/>
        <a:lstStyle/>
        <a:p>
          <a:endParaRPr lang="en-US"/>
        </a:p>
      </dgm:t>
    </dgm:pt>
    <dgm:pt modelId="{5C0D0C4B-5CCE-47C8-B3D3-A65B8DAE13B4}" type="sibTrans" cxnId="{39E04BC0-FFB4-4A77-899A-F1271592BCF7}">
      <dgm:prSet/>
      <dgm:spPr/>
      <dgm:t>
        <a:bodyPr/>
        <a:lstStyle/>
        <a:p>
          <a:endParaRPr lang="en-US"/>
        </a:p>
      </dgm:t>
    </dgm:pt>
    <dgm:pt modelId="{B066B727-9168-4006-B220-774E7B503758}">
      <dgm:prSet/>
      <dgm:spPr/>
      <dgm:t>
        <a:bodyPr/>
        <a:lstStyle/>
        <a:p>
          <a:r>
            <a:rPr lang="en-US"/>
            <a:t>Fix errors</a:t>
          </a:r>
        </a:p>
      </dgm:t>
    </dgm:pt>
    <dgm:pt modelId="{874787A6-4949-4411-A057-57C0ED398CCE}" type="parTrans" cxnId="{B2534049-AAF1-445E-8ACB-B38796C51E3C}">
      <dgm:prSet/>
      <dgm:spPr/>
      <dgm:t>
        <a:bodyPr/>
        <a:lstStyle/>
        <a:p>
          <a:endParaRPr lang="en-US"/>
        </a:p>
      </dgm:t>
    </dgm:pt>
    <dgm:pt modelId="{48D16396-B2D0-4914-8DBF-254AA93CBE44}" type="sibTrans" cxnId="{B2534049-AAF1-445E-8ACB-B38796C51E3C}">
      <dgm:prSet/>
      <dgm:spPr/>
      <dgm:t>
        <a:bodyPr/>
        <a:lstStyle/>
        <a:p>
          <a:endParaRPr lang="en-US"/>
        </a:p>
      </dgm:t>
    </dgm:pt>
    <dgm:pt modelId="{5AD2131F-659F-4D45-A6A7-CDF989131586}">
      <dgm:prSet/>
      <dgm:spPr/>
      <dgm:t>
        <a:bodyPr/>
        <a:lstStyle/>
        <a:p>
          <a:r>
            <a:rPr lang="en-US"/>
            <a:t>Improve</a:t>
          </a:r>
        </a:p>
      </dgm:t>
    </dgm:pt>
    <dgm:pt modelId="{83E91ED1-5CB9-4F80-B9FA-6A50CE6A156F}" type="parTrans" cxnId="{B9959D37-4A06-4D8A-B0E4-C3840C35A410}">
      <dgm:prSet/>
      <dgm:spPr/>
      <dgm:t>
        <a:bodyPr/>
        <a:lstStyle/>
        <a:p>
          <a:endParaRPr lang="en-US"/>
        </a:p>
      </dgm:t>
    </dgm:pt>
    <dgm:pt modelId="{DAC8A51A-23A3-415F-9FC7-6E09B54EA0F9}" type="sibTrans" cxnId="{B9959D37-4A06-4D8A-B0E4-C3840C35A410}">
      <dgm:prSet/>
      <dgm:spPr/>
      <dgm:t>
        <a:bodyPr/>
        <a:lstStyle/>
        <a:p>
          <a:endParaRPr lang="en-US"/>
        </a:p>
      </dgm:t>
    </dgm:pt>
    <dgm:pt modelId="{1A251F0A-7E7C-4788-BC51-6A654DF536AD}">
      <dgm:prSet/>
      <dgm:spPr/>
      <dgm:t>
        <a:bodyPr/>
        <a:lstStyle/>
        <a:p>
          <a:r>
            <a:rPr lang="en-US"/>
            <a:t>Improve performance</a:t>
          </a:r>
        </a:p>
      </dgm:t>
    </dgm:pt>
    <dgm:pt modelId="{1A1880A4-7984-415C-B1C2-262DFDFE737F}" type="parTrans" cxnId="{13FAF36F-E8AA-4414-B851-26559BEAAC90}">
      <dgm:prSet/>
      <dgm:spPr/>
      <dgm:t>
        <a:bodyPr/>
        <a:lstStyle/>
        <a:p>
          <a:endParaRPr lang="en-US"/>
        </a:p>
      </dgm:t>
    </dgm:pt>
    <dgm:pt modelId="{524BBE64-A285-41A1-BA62-07E77A816ACE}" type="sibTrans" cxnId="{13FAF36F-E8AA-4414-B851-26559BEAAC90}">
      <dgm:prSet/>
      <dgm:spPr/>
      <dgm:t>
        <a:bodyPr/>
        <a:lstStyle/>
        <a:p>
          <a:endParaRPr lang="en-US"/>
        </a:p>
      </dgm:t>
    </dgm:pt>
    <dgm:pt modelId="{55E17E13-5A3B-4783-B112-0FC0D01A8E76}">
      <dgm:prSet/>
      <dgm:spPr/>
      <dgm:t>
        <a:bodyPr/>
        <a:lstStyle/>
        <a:p>
          <a:r>
            <a:rPr lang="en-US"/>
            <a:t>Add</a:t>
          </a:r>
        </a:p>
      </dgm:t>
    </dgm:pt>
    <dgm:pt modelId="{059A4FED-29F4-442C-93CA-ABD186E0B95D}" type="parTrans" cxnId="{D9D34E48-13A6-4C9A-8962-12DEEBC53455}">
      <dgm:prSet/>
      <dgm:spPr/>
      <dgm:t>
        <a:bodyPr/>
        <a:lstStyle/>
        <a:p>
          <a:endParaRPr lang="en-US"/>
        </a:p>
      </dgm:t>
    </dgm:pt>
    <dgm:pt modelId="{835699FE-E6CC-4987-B8B6-E5C461E5B52A}" type="sibTrans" cxnId="{D9D34E48-13A6-4C9A-8962-12DEEBC53455}">
      <dgm:prSet/>
      <dgm:spPr/>
      <dgm:t>
        <a:bodyPr/>
        <a:lstStyle/>
        <a:p>
          <a:endParaRPr lang="en-US"/>
        </a:p>
      </dgm:t>
    </dgm:pt>
    <dgm:pt modelId="{88FD3050-D45D-466E-8600-9986A2D49A27}">
      <dgm:prSet/>
      <dgm:spPr/>
      <dgm:t>
        <a:bodyPr/>
        <a:lstStyle/>
        <a:p>
          <a:r>
            <a:rPr lang="en-US"/>
            <a:t>Add new features if needed</a:t>
          </a:r>
        </a:p>
      </dgm:t>
    </dgm:pt>
    <dgm:pt modelId="{CA37176E-9069-4E5B-93FB-CB51E1525D70}" type="parTrans" cxnId="{B59C62C3-75A8-45D6-AA18-1EA289F43731}">
      <dgm:prSet/>
      <dgm:spPr/>
      <dgm:t>
        <a:bodyPr/>
        <a:lstStyle/>
        <a:p>
          <a:endParaRPr lang="en-US"/>
        </a:p>
      </dgm:t>
    </dgm:pt>
    <dgm:pt modelId="{2DDCC342-70AD-4344-906B-703C1C4E0EB4}" type="sibTrans" cxnId="{B59C62C3-75A8-45D6-AA18-1EA289F43731}">
      <dgm:prSet/>
      <dgm:spPr/>
      <dgm:t>
        <a:bodyPr/>
        <a:lstStyle/>
        <a:p>
          <a:endParaRPr lang="en-US"/>
        </a:p>
      </dgm:t>
    </dgm:pt>
    <dgm:pt modelId="{F7C15586-A466-4850-BE5A-30AC5C9D2B32}">
      <dgm:prSet/>
      <dgm:spPr/>
      <dgm:t>
        <a:bodyPr/>
        <a:lstStyle/>
        <a:p>
          <a:r>
            <a:rPr lang="en-US"/>
            <a:t>Update</a:t>
          </a:r>
        </a:p>
      </dgm:t>
    </dgm:pt>
    <dgm:pt modelId="{91CA4F15-1766-4136-8701-3807477A88CB}" type="parTrans" cxnId="{ED2673FB-8848-49F1-BD0A-3364E87EE67C}">
      <dgm:prSet/>
      <dgm:spPr/>
      <dgm:t>
        <a:bodyPr/>
        <a:lstStyle/>
        <a:p>
          <a:endParaRPr lang="en-US"/>
        </a:p>
      </dgm:t>
    </dgm:pt>
    <dgm:pt modelId="{A93A5F10-BD39-4ACE-A88B-6BF8F9FE325A}" type="sibTrans" cxnId="{ED2673FB-8848-49F1-BD0A-3364E87EE67C}">
      <dgm:prSet/>
      <dgm:spPr/>
      <dgm:t>
        <a:bodyPr/>
        <a:lstStyle/>
        <a:p>
          <a:endParaRPr lang="en-US"/>
        </a:p>
      </dgm:t>
    </dgm:pt>
    <dgm:pt modelId="{7A4611E4-46B7-4EDB-8143-E18AD4876DB5}">
      <dgm:prSet/>
      <dgm:spPr/>
      <dgm:t>
        <a:bodyPr/>
        <a:lstStyle/>
        <a:p>
          <a:r>
            <a:rPr lang="en-US"/>
            <a:t>Update backup regularly</a:t>
          </a:r>
        </a:p>
      </dgm:t>
    </dgm:pt>
    <dgm:pt modelId="{968A9177-8BDF-4CCC-B9BA-AA08A6F0A930}" type="parTrans" cxnId="{EE8F8D74-313F-4312-B766-9907FFCC709D}">
      <dgm:prSet/>
      <dgm:spPr/>
      <dgm:t>
        <a:bodyPr/>
        <a:lstStyle/>
        <a:p>
          <a:endParaRPr lang="en-US"/>
        </a:p>
      </dgm:t>
    </dgm:pt>
    <dgm:pt modelId="{48D24EE2-53F6-4D4F-9A66-D4A6B0B5CA25}" type="sibTrans" cxnId="{EE8F8D74-313F-4312-B766-9907FFCC709D}">
      <dgm:prSet/>
      <dgm:spPr/>
      <dgm:t>
        <a:bodyPr/>
        <a:lstStyle/>
        <a:p>
          <a:endParaRPr lang="en-US"/>
        </a:p>
      </dgm:t>
    </dgm:pt>
    <dgm:pt modelId="{6DF22773-5D7A-4EE0-BF24-06AF774084BA}" type="pres">
      <dgm:prSet presAssocID="{13B4C3EA-FE31-43B7-B695-33728A7C2968}" presName="Name0" presStyleCnt="0">
        <dgm:presLayoutVars>
          <dgm:dir/>
          <dgm:animLvl val="lvl"/>
          <dgm:resizeHandles val="exact"/>
        </dgm:presLayoutVars>
      </dgm:prSet>
      <dgm:spPr/>
    </dgm:pt>
    <dgm:pt modelId="{D1DCF775-3365-47AB-B032-7E8523B5B1C7}" type="pres">
      <dgm:prSet presAssocID="{BB0A6E64-5F6F-41DC-9047-7DB6E5B118D1}" presName="composite" presStyleCnt="0"/>
      <dgm:spPr/>
    </dgm:pt>
    <dgm:pt modelId="{E52E03AB-07BA-44C6-AD1E-6EF98BD3A6CA}" type="pres">
      <dgm:prSet presAssocID="{BB0A6E64-5F6F-41DC-9047-7DB6E5B118D1}" presName="parTx" presStyleLbl="alignNode1" presStyleIdx="0" presStyleCnt="4">
        <dgm:presLayoutVars>
          <dgm:chMax val="0"/>
          <dgm:chPref val="0"/>
        </dgm:presLayoutVars>
      </dgm:prSet>
      <dgm:spPr/>
    </dgm:pt>
    <dgm:pt modelId="{40542706-2199-4329-A073-FF81FEC4B2ED}" type="pres">
      <dgm:prSet presAssocID="{BB0A6E64-5F6F-41DC-9047-7DB6E5B118D1}" presName="desTx" presStyleLbl="alignAccFollowNode1" presStyleIdx="0" presStyleCnt="4">
        <dgm:presLayoutVars/>
      </dgm:prSet>
      <dgm:spPr/>
    </dgm:pt>
    <dgm:pt modelId="{163CF035-7D37-4FC8-B0B0-187726191D31}" type="pres">
      <dgm:prSet presAssocID="{5C0D0C4B-5CCE-47C8-B3D3-A65B8DAE13B4}" presName="space" presStyleCnt="0"/>
      <dgm:spPr/>
    </dgm:pt>
    <dgm:pt modelId="{3065CF44-7F58-4AD5-B1E2-64713659AB53}" type="pres">
      <dgm:prSet presAssocID="{5AD2131F-659F-4D45-A6A7-CDF989131586}" presName="composite" presStyleCnt="0"/>
      <dgm:spPr/>
    </dgm:pt>
    <dgm:pt modelId="{E7C50CC7-D8B7-49B3-88F5-1A4602794994}" type="pres">
      <dgm:prSet presAssocID="{5AD2131F-659F-4D45-A6A7-CDF989131586}" presName="parTx" presStyleLbl="alignNode1" presStyleIdx="1" presStyleCnt="4">
        <dgm:presLayoutVars>
          <dgm:chMax val="0"/>
          <dgm:chPref val="0"/>
        </dgm:presLayoutVars>
      </dgm:prSet>
      <dgm:spPr/>
    </dgm:pt>
    <dgm:pt modelId="{E04B76C5-1273-4867-9459-148E33441030}" type="pres">
      <dgm:prSet presAssocID="{5AD2131F-659F-4D45-A6A7-CDF989131586}" presName="desTx" presStyleLbl="alignAccFollowNode1" presStyleIdx="1" presStyleCnt="4">
        <dgm:presLayoutVars/>
      </dgm:prSet>
      <dgm:spPr/>
    </dgm:pt>
    <dgm:pt modelId="{10F058CB-8371-4AE0-9EC8-64C1F62CBC71}" type="pres">
      <dgm:prSet presAssocID="{DAC8A51A-23A3-415F-9FC7-6E09B54EA0F9}" presName="space" presStyleCnt="0"/>
      <dgm:spPr/>
    </dgm:pt>
    <dgm:pt modelId="{20E64CA0-9D67-4251-9159-3694A36C569F}" type="pres">
      <dgm:prSet presAssocID="{55E17E13-5A3B-4783-B112-0FC0D01A8E76}" presName="composite" presStyleCnt="0"/>
      <dgm:spPr/>
    </dgm:pt>
    <dgm:pt modelId="{1DBDFBC8-60B4-4B88-8A5C-D9B272094D1C}" type="pres">
      <dgm:prSet presAssocID="{55E17E13-5A3B-4783-B112-0FC0D01A8E76}" presName="parTx" presStyleLbl="alignNode1" presStyleIdx="2" presStyleCnt="4">
        <dgm:presLayoutVars>
          <dgm:chMax val="0"/>
          <dgm:chPref val="0"/>
        </dgm:presLayoutVars>
      </dgm:prSet>
      <dgm:spPr/>
    </dgm:pt>
    <dgm:pt modelId="{FBC17B64-A406-4145-961B-46CE1964F691}" type="pres">
      <dgm:prSet presAssocID="{55E17E13-5A3B-4783-B112-0FC0D01A8E76}" presName="desTx" presStyleLbl="alignAccFollowNode1" presStyleIdx="2" presStyleCnt="4">
        <dgm:presLayoutVars/>
      </dgm:prSet>
      <dgm:spPr/>
    </dgm:pt>
    <dgm:pt modelId="{FE6455AB-51C7-4252-97F0-295378A8F4B4}" type="pres">
      <dgm:prSet presAssocID="{835699FE-E6CC-4987-B8B6-E5C461E5B52A}" presName="space" presStyleCnt="0"/>
      <dgm:spPr/>
    </dgm:pt>
    <dgm:pt modelId="{16198754-1144-4B24-A246-385238562DFE}" type="pres">
      <dgm:prSet presAssocID="{F7C15586-A466-4850-BE5A-30AC5C9D2B32}" presName="composite" presStyleCnt="0"/>
      <dgm:spPr/>
    </dgm:pt>
    <dgm:pt modelId="{754421DC-E013-47AE-A1F6-FE770EB7E874}" type="pres">
      <dgm:prSet presAssocID="{F7C15586-A466-4850-BE5A-30AC5C9D2B32}" presName="parTx" presStyleLbl="alignNode1" presStyleIdx="3" presStyleCnt="4">
        <dgm:presLayoutVars>
          <dgm:chMax val="0"/>
          <dgm:chPref val="0"/>
        </dgm:presLayoutVars>
      </dgm:prSet>
      <dgm:spPr/>
    </dgm:pt>
    <dgm:pt modelId="{97191ED6-C7A7-451B-8874-1DFCC0F1681E}" type="pres">
      <dgm:prSet presAssocID="{F7C15586-A466-4850-BE5A-30AC5C9D2B32}" presName="desTx" presStyleLbl="alignAccFollowNode1" presStyleIdx="3" presStyleCnt="4">
        <dgm:presLayoutVars/>
      </dgm:prSet>
      <dgm:spPr/>
    </dgm:pt>
  </dgm:ptLst>
  <dgm:cxnLst>
    <dgm:cxn modelId="{EEDE2318-9106-4AD2-8C35-8BFC6CEF1B50}" type="presOf" srcId="{5AD2131F-659F-4D45-A6A7-CDF989131586}" destId="{E7C50CC7-D8B7-49B3-88F5-1A4602794994}" srcOrd="0" destOrd="0" presId="urn:microsoft.com/office/officeart/2016/7/layout/ChevronBlockProcess"/>
    <dgm:cxn modelId="{B9959D37-4A06-4D8A-B0E4-C3840C35A410}" srcId="{13B4C3EA-FE31-43B7-B695-33728A7C2968}" destId="{5AD2131F-659F-4D45-A6A7-CDF989131586}" srcOrd="1" destOrd="0" parTransId="{83E91ED1-5CB9-4F80-B9FA-6A50CE6A156F}" sibTransId="{DAC8A51A-23A3-415F-9FC7-6E09B54EA0F9}"/>
    <dgm:cxn modelId="{84A1AC5D-5355-4D2F-8830-7B3405E47747}" type="presOf" srcId="{B066B727-9168-4006-B220-774E7B503758}" destId="{40542706-2199-4329-A073-FF81FEC4B2ED}" srcOrd="0" destOrd="0" presId="urn:microsoft.com/office/officeart/2016/7/layout/ChevronBlockProcess"/>
    <dgm:cxn modelId="{994DEF60-7EA7-48D1-8956-A45E5D1F07DE}" type="presOf" srcId="{88FD3050-D45D-466E-8600-9986A2D49A27}" destId="{FBC17B64-A406-4145-961B-46CE1964F691}" srcOrd="0" destOrd="0" presId="urn:microsoft.com/office/officeart/2016/7/layout/ChevronBlockProcess"/>
    <dgm:cxn modelId="{8E7B2643-019D-4E0F-A3B1-6A7B28E86375}" type="presOf" srcId="{F7C15586-A466-4850-BE5A-30AC5C9D2B32}" destId="{754421DC-E013-47AE-A1F6-FE770EB7E874}" srcOrd="0" destOrd="0" presId="urn:microsoft.com/office/officeart/2016/7/layout/ChevronBlockProcess"/>
    <dgm:cxn modelId="{D9D34E48-13A6-4C9A-8962-12DEEBC53455}" srcId="{13B4C3EA-FE31-43B7-B695-33728A7C2968}" destId="{55E17E13-5A3B-4783-B112-0FC0D01A8E76}" srcOrd="2" destOrd="0" parTransId="{059A4FED-29F4-442C-93CA-ABD186E0B95D}" sibTransId="{835699FE-E6CC-4987-B8B6-E5C461E5B52A}"/>
    <dgm:cxn modelId="{B2534049-AAF1-445E-8ACB-B38796C51E3C}" srcId="{BB0A6E64-5F6F-41DC-9047-7DB6E5B118D1}" destId="{B066B727-9168-4006-B220-774E7B503758}" srcOrd="0" destOrd="0" parTransId="{874787A6-4949-4411-A057-57C0ED398CCE}" sibTransId="{48D16396-B2D0-4914-8DBF-254AA93CBE44}"/>
    <dgm:cxn modelId="{13FAF36F-E8AA-4414-B851-26559BEAAC90}" srcId="{5AD2131F-659F-4D45-A6A7-CDF989131586}" destId="{1A251F0A-7E7C-4788-BC51-6A654DF536AD}" srcOrd="0" destOrd="0" parTransId="{1A1880A4-7984-415C-B1C2-262DFDFE737F}" sibTransId="{524BBE64-A285-41A1-BA62-07E77A816ACE}"/>
    <dgm:cxn modelId="{0A561B51-7392-4086-92EE-AB174B805590}" type="presOf" srcId="{13B4C3EA-FE31-43B7-B695-33728A7C2968}" destId="{6DF22773-5D7A-4EE0-BF24-06AF774084BA}" srcOrd="0" destOrd="0" presId="urn:microsoft.com/office/officeart/2016/7/layout/ChevronBlockProcess"/>
    <dgm:cxn modelId="{EE8F8D74-313F-4312-B766-9907FFCC709D}" srcId="{F7C15586-A466-4850-BE5A-30AC5C9D2B32}" destId="{7A4611E4-46B7-4EDB-8143-E18AD4876DB5}" srcOrd="0" destOrd="0" parTransId="{968A9177-8BDF-4CCC-B9BA-AA08A6F0A930}" sibTransId="{48D24EE2-53F6-4D4F-9A66-D4A6B0B5CA25}"/>
    <dgm:cxn modelId="{8236C47A-C73B-4648-BA44-41A2B8AE7C51}" type="presOf" srcId="{55E17E13-5A3B-4783-B112-0FC0D01A8E76}" destId="{1DBDFBC8-60B4-4B88-8A5C-D9B272094D1C}" srcOrd="0" destOrd="0" presId="urn:microsoft.com/office/officeart/2016/7/layout/ChevronBlockProcess"/>
    <dgm:cxn modelId="{39E04BC0-FFB4-4A77-899A-F1271592BCF7}" srcId="{13B4C3EA-FE31-43B7-B695-33728A7C2968}" destId="{BB0A6E64-5F6F-41DC-9047-7DB6E5B118D1}" srcOrd="0" destOrd="0" parTransId="{2AA4A171-6A10-44A2-800F-EE91ABE4F77E}" sibTransId="{5C0D0C4B-5CCE-47C8-B3D3-A65B8DAE13B4}"/>
    <dgm:cxn modelId="{B59C62C3-75A8-45D6-AA18-1EA289F43731}" srcId="{55E17E13-5A3B-4783-B112-0FC0D01A8E76}" destId="{88FD3050-D45D-466E-8600-9986A2D49A27}" srcOrd="0" destOrd="0" parTransId="{CA37176E-9069-4E5B-93FB-CB51E1525D70}" sibTransId="{2DDCC342-70AD-4344-906B-703C1C4E0EB4}"/>
    <dgm:cxn modelId="{82235BCB-F949-40D9-A8CE-9B200F7453B8}" type="presOf" srcId="{1A251F0A-7E7C-4788-BC51-6A654DF536AD}" destId="{E04B76C5-1273-4867-9459-148E33441030}" srcOrd="0" destOrd="0" presId="urn:microsoft.com/office/officeart/2016/7/layout/ChevronBlockProcess"/>
    <dgm:cxn modelId="{96008BD8-7B6B-4E63-82B8-95AECAFC58F5}" type="presOf" srcId="{7A4611E4-46B7-4EDB-8143-E18AD4876DB5}" destId="{97191ED6-C7A7-451B-8874-1DFCC0F1681E}" srcOrd="0" destOrd="0" presId="urn:microsoft.com/office/officeart/2016/7/layout/ChevronBlockProcess"/>
    <dgm:cxn modelId="{2AFB69D9-F78A-4B35-A09D-A218AFBD0CD6}" type="presOf" srcId="{BB0A6E64-5F6F-41DC-9047-7DB6E5B118D1}" destId="{E52E03AB-07BA-44C6-AD1E-6EF98BD3A6CA}" srcOrd="0" destOrd="0" presId="urn:microsoft.com/office/officeart/2016/7/layout/ChevronBlockProcess"/>
    <dgm:cxn modelId="{ED2673FB-8848-49F1-BD0A-3364E87EE67C}" srcId="{13B4C3EA-FE31-43B7-B695-33728A7C2968}" destId="{F7C15586-A466-4850-BE5A-30AC5C9D2B32}" srcOrd="3" destOrd="0" parTransId="{91CA4F15-1766-4136-8701-3807477A88CB}" sibTransId="{A93A5F10-BD39-4ACE-A88B-6BF8F9FE325A}"/>
    <dgm:cxn modelId="{50DE3B22-292A-4C94-8DAB-F9D5C1F8AA92}" type="presParOf" srcId="{6DF22773-5D7A-4EE0-BF24-06AF774084BA}" destId="{D1DCF775-3365-47AB-B032-7E8523B5B1C7}" srcOrd="0" destOrd="0" presId="urn:microsoft.com/office/officeart/2016/7/layout/ChevronBlockProcess"/>
    <dgm:cxn modelId="{33978595-106B-44A4-9C9D-07AC12A8D5AA}" type="presParOf" srcId="{D1DCF775-3365-47AB-B032-7E8523B5B1C7}" destId="{E52E03AB-07BA-44C6-AD1E-6EF98BD3A6CA}" srcOrd="0" destOrd="0" presId="urn:microsoft.com/office/officeart/2016/7/layout/ChevronBlockProcess"/>
    <dgm:cxn modelId="{25278439-A9CF-4628-83F5-BA7003A5D6E2}" type="presParOf" srcId="{D1DCF775-3365-47AB-B032-7E8523B5B1C7}" destId="{40542706-2199-4329-A073-FF81FEC4B2ED}" srcOrd="1" destOrd="0" presId="urn:microsoft.com/office/officeart/2016/7/layout/ChevronBlockProcess"/>
    <dgm:cxn modelId="{83431E09-0815-4347-9BEA-CAF6C8EF4A7A}" type="presParOf" srcId="{6DF22773-5D7A-4EE0-BF24-06AF774084BA}" destId="{163CF035-7D37-4FC8-B0B0-187726191D31}" srcOrd="1" destOrd="0" presId="urn:microsoft.com/office/officeart/2016/7/layout/ChevronBlockProcess"/>
    <dgm:cxn modelId="{8F434A03-03E6-423B-8D6E-1655A0614C92}" type="presParOf" srcId="{6DF22773-5D7A-4EE0-BF24-06AF774084BA}" destId="{3065CF44-7F58-4AD5-B1E2-64713659AB53}" srcOrd="2" destOrd="0" presId="urn:microsoft.com/office/officeart/2016/7/layout/ChevronBlockProcess"/>
    <dgm:cxn modelId="{588E4829-4C9F-4B71-A934-A2E7932D8415}" type="presParOf" srcId="{3065CF44-7F58-4AD5-B1E2-64713659AB53}" destId="{E7C50CC7-D8B7-49B3-88F5-1A4602794994}" srcOrd="0" destOrd="0" presId="urn:microsoft.com/office/officeart/2016/7/layout/ChevronBlockProcess"/>
    <dgm:cxn modelId="{38AFDF88-73DD-41C7-BA2C-545E4DC9DE0E}" type="presParOf" srcId="{3065CF44-7F58-4AD5-B1E2-64713659AB53}" destId="{E04B76C5-1273-4867-9459-148E33441030}" srcOrd="1" destOrd="0" presId="urn:microsoft.com/office/officeart/2016/7/layout/ChevronBlockProcess"/>
    <dgm:cxn modelId="{8D18767A-668E-452C-B4DC-DA7A11E40C37}" type="presParOf" srcId="{6DF22773-5D7A-4EE0-BF24-06AF774084BA}" destId="{10F058CB-8371-4AE0-9EC8-64C1F62CBC71}" srcOrd="3" destOrd="0" presId="urn:microsoft.com/office/officeart/2016/7/layout/ChevronBlockProcess"/>
    <dgm:cxn modelId="{90E51C1C-0C14-48ED-B888-D6C625EF5B1F}" type="presParOf" srcId="{6DF22773-5D7A-4EE0-BF24-06AF774084BA}" destId="{20E64CA0-9D67-4251-9159-3694A36C569F}" srcOrd="4" destOrd="0" presId="urn:microsoft.com/office/officeart/2016/7/layout/ChevronBlockProcess"/>
    <dgm:cxn modelId="{38A94AAC-5B95-4413-BDE0-EB175A754CFF}" type="presParOf" srcId="{20E64CA0-9D67-4251-9159-3694A36C569F}" destId="{1DBDFBC8-60B4-4B88-8A5C-D9B272094D1C}" srcOrd="0" destOrd="0" presId="urn:microsoft.com/office/officeart/2016/7/layout/ChevronBlockProcess"/>
    <dgm:cxn modelId="{B16DB6A3-9E9E-4C97-8B9F-00B7E4563955}" type="presParOf" srcId="{20E64CA0-9D67-4251-9159-3694A36C569F}" destId="{FBC17B64-A406-4145-961B-46CE1964F691}" srcOrd="1" destOrd="0" presId="urn:microsoft.com/office/officeart/2016/7/layout/ChevronBlockProcess"/>
    <dgm:cxn modelId="{2B7B87DA-8017-431A-A769-399A52ADA878}" type="presParOf" srcId="{6DF22773-5D7A-4EE0-BF24-06AF774084BA}" destId="{FE6455AB-51C7-4252-97F0-295378A8F4B4}" srcOrd="5" destOrd="0" presId="urn:microsoft.com/office/officeart/2016/7/layout/ChevronBlockProcess"/>
    <dgm:cxn modelId="{6B57746E-8A98-4E36-AEB3-0895278F09F9}" type="presParOf" srcId="{6DF22773-5D7A-4EE0-BF24-06AF774084BA}" destId="{16198754-1144-4B24-A246-385238562DFE}" srcOrd="6" destOrd="0" presId="urn:microsoft.com/office/officeart/2016/7/layout/ChevronBlockProcess"/>
    <dgm:cxn modelId="{0DB70A54-6A5D-4FF1-9CB8-5208A9A934A7}" type="presParOf" srcId="{16198754-1144-4B24-A246-385238562DFE}" destId="{754421DC-E013-47AE-A1F6-FE770EB7E874}" srcOrd="0" destOrd="0" presId="urn:microsoft.com/office/officeart/2016/7/layout/ChevronBlockProcess"/>
    <dgm:cxn modelId="{C5229527-A98D-46EB-BBA0-4BD4D3E686E4}" type="presParOf" srcId="{16198754-1144-4B24-A246-385238562DFE}" destId="{97191ED6-C7A7-451B-8874-1DFCC0F1681E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B0FC371-0A90-4663-84A6-DDE00B99EEBD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77FDFDA-7316-4F03-A20A-07D04A048667}">
      <dgm:prSet/>
      <dgm:spPr/>
      <dgm:t>
        <a:bodyPr/>
        <a:lstStyle/>
        <a:p>
          <a:r>
            <a:rPr lang="en-US"/>
            <a:t>SDLC helps build a complete Library System</a:t>
          </a:r>
        </a:p>
      </dgm:t>
    </dgm:pt>
    <dgm:pt modelId="{DF8B186A-0277-4D28-94EA-01D81A32021B}" type="parTrans" cxnId="{8E3AE24C-B9E5-4F69-A175-E05AC334DB3D}">
      <dgm:prSet/>
      <dgm:spPr/>
      <dgm:t>
        <a:bodyPr/>
        <a:lstStyle/>
        <a:p>
          <a:endParaRPr lang="en-US"/>
        </a:p>
      </dgm:t>
    </dgm:pt>
    <dgm:pt modelId="{73BC745C-4721-49BE-8855-EFBDB5215D55}" type="sibTrans" cxnId="{8E3AE24C-B9E5-4F69-A175-E05AC334DB3D}">
      <dgm:prSet/>
      <dgm:spPr/>
      <dgm:t>
        <a:bodyPr/>
        <a:lstStyle/>
        <a:p>
          <a:endParaRPr lang="en-US"/>
        </a:p>
      </dgm:t>
    </dgm:pt>
    <dgm:pt modelId="{E0D09740-4964-4364-98EE-04E8FE8267C6}">
      <dgm:prSet/>
      <dgm:spPr/>
      <dgm:t>
        <a:bodyPr/>
        <a:lstStyle/>
        <a:p>
          <a:r>
            <a:rPr lang="en-US"/>
            <a:t>Organized development from planning to maintenance</a:t>
          </a:r>
        </a:p>
      </dgm:t>
    </dgm:pt>
    <dgm:pt modelId="{2B61FC86-967E-4426-8354-A1F6F5A986AA}" type="parTrans" cxnId="{48546A04-0EA7-4419-AC8A-794B3ECD9769}">
      <dgm:prSet/>
      <dgm:spPr/>
      <dgm:t>
        <a:bodyPr/>
        <a:lstStyle/>
        <a:p>
          <a:endParaRPr lang="en-US"/>
        </a:p>
      </dgm:t>
    </dgm:pt>
    <dgm:pt modelId="{6BD56357-B446-4902-822C-1DD9149049B7}" type="sibTrans" cxnId="{48546A04-0EA7-4419-AC8A-794B3ECD9769}">
      <dgm:prSet/>
      <dgm:spPr/>
      <dgm:t>
        <a:bodyPr/>
        <a:lstStyle/>
        <a:p>
          <a:endParaRPr lang="en-US"/>
        </a:p>
      </dgm:t>
    </dgm:pt>
    <dgm:pt modelId="{092FFC42-9D66-4C16-AB62-A5CAD4C81273}">
      <dgm:prSet/>
      <dgm:spPr/>
      <dgm:t>
        <a:bodyPr/>
        <a:lstStyle/>
        <a:p>
          <a:r>
            <a:rPr lang="en-US"/>
            <a:t>System is faster, easier, and more accurate</a:t>
          </a:r>
        </a:p>
      </dgm:t>
    </dgm:pt>
    <dgm:pt modelId="{7BB8334D-1BDA-4F74-8CA0-090EE058E20A}" type="parTrans" cxnId="{08E5452F-DFD5-400C-B801-9D793E8E5EEA}">
      <dgm:prSet/>
      <dgm:spPr/>
      <dgm:t>
        <a:bodyPr/>
        <a:lstStyle/>
        <a:p>
          <a:endParaRPr lang="en-US"/>
        </a:p>
      </dgm:t>
    </dgm:pt>
    <dgm:pt modelId="{FAB70736-56A6-4B7C-AEEB-03629AF65C85}" type="sibTrans" cxnId="{08E5452F-DFD5-400C-B801-9D793E8E5EEA}">
      <dgm:prSet/>
      <dgm:spPr/>
      <dgm:t>
        <a:bodyPr/>
        <a:lstStyle/>
        <a:p>
          <a:endParaRPr lang="en-US"/>
        </a:p>
      </dgm:t>
    </dgm:pt>
    <dgm:pt modelId="{61AC7632-67D9-4C45-8C64-9FE04143DD0A}">
      <dgm:prSet/>
      <dgm:spPr/>
      <dgm:t>
        <a:bodyPr/>
        <a:lstStyle/>
        <a:p>
          <a:r>
            <a:rPr lang="en-US"/>
            <a:t>Supports book management efficiently</a:t>
          </a:r>
        </a:p>
      </dgm:t>
    </dgm:pt>
    <dgm:pt modelId="{550251B5-863F-46D5-A89D-5124B463F662}" type="parTrans" cxnId="{645607F9-B25B-41CC-9DE1-3B1786C4E2EA}">
      <dgm:prSet/>
      <dgm:spPr/>
      <dgm:t>
        <a:bodyPr/>
        <a:lstStyle/>
        <a:p>
          <a:endParaRPr lang="en-US"/>
        </a:p>
      </dgm:t>
    </dgm:pt>
    <dgm:pt modelId="{65C3D105-C5C6-4F8A-AA0B-63D7C192B9B1}" type="sibTrans" cxnId="{645607F9-B25B-41CC-9DE1-3B1786C4E2EA}">
      <dgm:prSet/>
      <dgm:spPr/>
      <dgm:t>
        <a:bodyPr/>
        <a:lstStyle/>
        <a:p>
          <a:endParaRPr lang="en-US"/>
        </a:p>
      </dgm:t>
    </dgm:pt>
    <dgm:pt modelId="{BD37F25C-FA93-48FC-8029-C1D5AB1F2EC7}" type="pres">
      <dgm:prSet presAssocID="{3B0FC371-0A90-4663-84A6-DDE00B99EEBD}" presName="outerComposite" presStyleCnt="0">
        <dgm:presLayoutVars>
          <dgm:chMax val="5"/>
          <dgm:dir/>
          <dgm:resizeHandles val="exact"/>
        </dgm:presLayoutVars>
      </dgm:prSet>
      <dgm:spPr/>
    </dgm:pt>
    <dgm:pt modelId="{71A3AFCA-5E57-4BED-84CA-8C797188AAA4}" type="pres">
      <dgm:prSet presAssocID="{3B0FC371-0A90-4663-84A6-DDE00B99EEBD}" presName="dummyMaxCanvas" presStyleCnt="0">
        <dgm:presLayoutVars/>
      </dgm:prSet>
      <dgm:spPr/>
    </dgm:pt>
    <dgm:pt modelId="{9CC1E052-718E-4622-8978-C644A133F496}" type="pres">
      <dgm:prSet presAssocID="{3B0FC371-0A90-4663-84A6-DDE00B99EEBD}" presName="FourNodes_1" presStyleLbl="node1" presStyleIdx="0" presStyleCnt="4">
        <dgm:presLayoutVars>
          <dgm:bulletEnabled val="1"/>
        </dgm:presLayoutVars>
      </dgm:prSet>
      <dgm:spPr/>
    </dgm:pt>
    <dgm:pt modelId="{D7DFE340-C3AB-46CB-9CAA-34118C7C48C8}" type="pres">
      <dgm:prSet presAssocID="{3B0FC371-0A90-4663-84A6-DDE00B99EEBD}" presName="FourNodes_2" presStyleLbl="node1" presStyleIdx="1" presStyleCnt="4">
        <dgm:presLayoutVars>
          <dgm:bulletEnabled val="1"/>
        </dgm:presLayoutVars>
      </dgm:prSet>
      <dgm:spPr/>
    </dgm:pt>
    <dgm:pt modelId="{4710816F-AA5C-40FB-B4BA-CBB65163D31B}" type="pres">
      <dgm:prSet presAssocID="{3B0FC371-0A90-4663-84A6-DDE00B99EEBD}" presName="FourNodes_3" presStyleLbl="node1" presStyleIdx="2" presStyleCnt="4">
        <dgm:presLayoutVars>
          <dgm:bulletEnabled val="1"/>
        </dgm:presLayoutVars>
      </dgm:prSet>
      <dgm:spPr/>
    </dgm:pt>
    <dgm:pt modelId="{8FB06A28-5FB7-42EF-9E90-73F4E0E5D0E6}" type="pres">
      <dgm:prSet presAssocID="{3B0FC371-0A90-4663-84A6-DDE00B99EEBD}" presName="FourNodes_4" presStyleLbl="node1" presStyleIdx="3" presStyleCnt="4">
        <dgm:presLayoutVars>
          <dgm:bulletEnabled val="1"/>
        </dgm:presLayoutVars>
      </dgm:prSet>
      <dgm:spPr/>
    </dgm:pt>
    <dgm:pt modelId="{10C6E7F7-F91F-4129-9E49-10A987A91D54}" type="pres">
      <dgm:prSet presAssocID="{3B0FC371-0A90-4663-84A6-DDE00B99EEBD}" presName="FourConn_1-2" presStyleLbl="fgAccFollowNode1" presStyleIdx="0" presStyleCnt="3">
        <dgm:presLayoutVars>
          <dgm:bulletEnabled val="1"/>
        </dgm:presLayoutVars>
      </dgm:prSet>
      <dgm:spPr/>
    </dgm:pt>
    <dgm:pt modelId="{E79260E4-EBBC-4C08-AFFE-B07A3BCC9476}" type="pres">
      <dgm:prSet presAssocID="{3B0FC371-0A90-4663-84A6-DDE00B99EEBD}" presName="FourConn_2-3" presStyleLbl="fgAccFollowNode1" presStyleIdx="1" presStyleCnt="3">
        <dgm:presLayoutVars>
          <dgm:bulletEnabled val="1"/>
        </dgm:presLayoutVars>
      </dgm:prSet>
      <dgm:spPr/>
    </dgm:pt>
    <dgm:pt modelId="{C727C9E1-4C00-48F0-96C0-06594E209003}" type="pres">
      <dgm:prSet presAssocID="{3B0FC371-0A90-4663-84A6-DDE00B99EEBD}" presName="FourConn_3-4" presStyleLbl="fgAccFollowNode1" presStyleIdx="2" presStyleCnt="3">
        <dgm:presLayoutVars>
          <dgm:bulletEnabled val="1"/>
        </dgm:presLayoutVars>
      </dgm:prSet>
      <dgm:spPr/>
    </dgm:pt>
    <dgm:pt modelId="{A92782F0-9BBE-4520-8094-481347FDE54C}" type="pres">
      <dgm:prSet presAssocID="{3B0FC371-0A90-4663-84A6-DDE00B99EEBD}" presName="FourNodes_1_text" presStyleLbl="node1" presStyleIdx="3" presStyleCnt="4">
        <dgm:presLayoutVars>
          <dgm:bulletEnabled val="1"/>
        </dgm:presLayoutVars>
      </dgm:prSet>
      <dgm:spPr/>
    </dgm:pt>
    <dgm:pt modelId="{7F7651EB-F514-4835-BA12-10E8D6049DCA}" type="pres">
      <dgm:prSet presAssocID="{3B0FC371-0A90-4663-84A6-DDE00B99EEBD}" presName="FourNodes_2_text" presStyleLbl="node1" presStyleIdx="3" presStyleCnt="4">
        <dgm:presLayoutVars>
          <dgm:bulletEnabled val="1"/>
        </dgm:presLayoutVars>
      </dgm:prSet>
      <dgm:spPr/>
    </dgm:pt>
    <dgm:pt modelId="{981AA728-04EE-426D-91DC-0778EE4AC133}" type="pres">
      <dgm:prSet presAssocID="{3B0FC371-0A90-4663-84A6-DDE00B99EEBD}" presName="FourNodes_3_text" presStyleLbl="node1" presStyleIdx="3" presStyleCnt="4">
        <dgm:presLayoutVars>
          <dgm:bulletEnabled val="1"/>
        </dgm:presLayoutVars>
      </dgm:prSet>
      <dgm:spPr/>
    </dgm:pt>
    <dgm:pt modelId="{24D06BDE-390C-4599-8E31-A92AF3E7EB9F}" type="pres">
      <dgm:prSet presAssocID="{3B0FC371-0A90-4663-84A6-DDE00B99EEB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48546A04-0EA7-4419-AC8A-794B3ECD9769}" srcId="{3B0FC371-0A90-4663-84A6-DDE00B99EEBD}" destId="{E0D09740-4964-4364-98EE-04E8FE8267C6}" srcOrd="1" destOrd="0" parTransId="{2B61FC86-967E-4426-8354-A1F6F5A986AA}" sibTransId="{6BD56357-B446-4902-822C-1DD9149049B7}"/>
    <dgm:cxn modelId="{4CCDB42B-A4A3-4C87-B7AA-8FE3022558F4}" type="presOf" srcId="{E0D09740-4964-4364-98EE-04E8FE8267C6}" destId="{7F7651EB-F514-4835-BA12-10E8D6049DCA}" srcOrd="1" destOrd="0" presId="urn:microsoft.com/office/officeart/2005/8/layout/vProcess5"/>
    <dgm:cxn modelId="{08E5452F-DFD5-400C-B801-9D793E8E5EEA}" srcId="{3B0FC371-0A90-4663-84A6-DDE00B99EEBD}" destId="{092FFC42-9D66-4C16-AB62-A5CAD4C81273}" srcOrd="2" destOrd="0" parTransId="{7BB8334D-1BDA-4F74-8CA0-090EE058E20A}" sibTransId="{FAB70736-56A6-4B7C-AEEB-03629AF65C85}"/>
    <dgm:cxn modelId="{FCB85F38-2519-46E5-A3AA-6D000D2DE8CF}" type="presOf" srcId="{E0D09740-4964-4364-98EE-04E8FE8267C6}" destId="{D7DFE340-C3AB-46CB-9CAA-34118C7C48C8}" srcOrd="0" destOrd="0" presId="urn:microsoft.com/office/officeart/2005/8/layout/vProcess5"/>
    <dgm:cxn modelId="{8E3AE24C-B9E5-4F69-A175-E05AC334DB3D}" srcId="{3B0FC371-0A90-4663-84A6-DDE00B99EEBD}" destId="{D77FDFDA-7316-4F03-A20A-07D04A048667}" srcOrd="0" destOrd="0" parTransId="{DF8B186A-0277-4D28-94EA-01D81A32021B}" sibTransId="{73BC745C-4721-49BE-8855-EFBDB5215D55}"/>
    <dgm:cxn modelId="{FDBF224E-700B-48B2-85E0-F58495ECD6E3}" type="presOf" srcId="{73BC745C-4721-49BE-8855-EFBDB5215D55}" destId="{10C6E7F7-F91F-4129-9E49-10A987A91D54}" srcOrd="0" destOrd="0" presId="urn:microsoft.com/office/officeart/2005/8/layout/vProcess5"/>
    <dgm:cxn modelId="{EF3DB47F-103A-4960-8513-5FD528275D73}" type="presOf" srcId="{D77FDFDA-7316-4F03-A20A-07D04A048667}" destId="{9CC1E052-718E-4622-8978-C644A133F496}" srcOrd="0" destOrd="0" presId="urn:microsoft.com/office/officeart/2005/8/layout/vProcess5"/>
    <dgm:cxn modelId="{FF964783-C56C-4C51-B6D2-C0DC572FCA1A}" type="presOf" srcId="{3B0FC371-0A90-4663-84A6-DDE00B99EEBD}" destId="{BD37F25C-FA93-48FC-8029-C1D5AB1F2EC7}" srcOrd="0" destOrd="0" presId="urn:microsoft.com/office/officeart/2005/8/layout/vProcess5"/>
    <dgm:cxn modelId="{C2C4A08C-4537-457C-B845-E5A1E51C5593}" type="presOf" srcId="{092FFC42-9D66-4C16-AB62-A5CAD4C81273}" destId="{4710816F-AA5C-40FB-B4BA-CBB65163D31B}" srcOrd="0" destOrd="0" presId="urn:microsoft.com/office/officeart/2005/8/layout/vProcess5"/>
    <dgm:cxn modelId="{3DE13293-60DE-46C9-BC39-0BA0B9312D4C}" type="presOf" srcId="{6BD56357-B446-4902-822C-1DD9149049B7}" destId="{E79260E4-EBBC-4C08-AFFE-B07A3BCC9476}" srcOrd="0" destOrd="0" presId="urn:microsoft.com/office/officeart/2005/8/layout/vProcess5"/>
    <dgm:cxn modelId="{58B4E4AE-A183-4BBB-98B3-ED4AB522BCFC}" type="presOf" srcId="{61AC7632-67D9-4C45-8C64-9FE04143DD0A}" destId="{8FB06A28-5FB7-42EF-9E90-73F4E0E5D0E6}" srcOrd="0" destOrd="0" presId="urn:microsoft.com/office/officeart/2005/8/layout/vProcess5"/>
    <dgm:cxn modelId="{BEAC49B4-A177-4E1F-987C-92C4FA21BF93}" type="presOf" srcId="{092FFC42-9D66-4C16-AB62-A5CAD4C81273}" destId="{981AA728-04EE-426D-91DC-0778EE4AC133}" srcOrd="1" destOrd="0" presId="urn:microsoft.com/office/officeart/2005/8/layout/vProcess5"/>
    <dgm:cxn modelId="{364082B8-35E9-4DE8-83CA-363C65B5BBAE}" type="presOf" srcId="{FAB70736-56A6-4B7C-AEEB-03629AF65C85}" destId="{C727C9E1-4C00-48F0-96C0-06594E209003}" srcOrd="0" destOrd="0" presId="urn:microsoft.com/office/officeart/2005/8/layout/vProcess5"/>
    <dgm:cxn modelId="{5DB662CA-4A51-405D-A83C-669BD06164A4}" type="presOf" srcId="{61AC7632-67D9-4C45-8C64-9FE04143DD0A}" destId="{24D06BDE-390C-4599-8E31-A92AF3E7EB9F}" srcOrd="1" destOrd="0" presId="urn:microsoft.com/office/officeart/2005/8/layout/vProcess5"/>
    <dgm:cxn modelId="{0D3D99D1-E0D9-4728-88B1-83B5E67D2ABE}" type="presOf" srcId="{D77FDFDA-7316-4F03-A20A-07D04A048667}" destId="{A92782F0-9BBE-4520-8094-481347FDE54C}" srcOrd="1" destOrd="0" presId="urn:microsoft.com/office/officeart/2005/8/layout/vProcess5"/>
    <dgm:cxn modelId="{645607F9-B25B-41CC-9DE1-3B1786C4E2EA}" srcId="{3B0FC371-0A90-4663-84A6-DDE00B99EEBD}" destId="{61AC7632-67D9-4C45-8C64-9FE04143DD0A}" srcOrd="3" destOrd="0" parTransId="{550251B5-863F-46D5-A89D-5124B463F662}" sibTransId="{65C3D105-C5C6-4F8A-AA0B-63D7C192B9B1}"/>
    <dgm:cxn modelId="{9F4C8973-22A1-4FBF-8B72-4A76342A2135}" type="presParOf" srcId="{BD37F25C-FA93-48FC-8029-C1D5AB1F2EC7}" destId="{71A3AFCA-5E57-4BED-84CA-8C797188AAA4}" srcOrd="0" destOrd="0" presId="urn:microsoft.com/office/officeart/2005/8/layout/vProcess5"/>
    <dgm:cxn modelId="{A8C8BA2E-AE68-4764-B9EE-A9BE7CCB9EBC}" type="presParOf" srcId="{BD37F25C-FA93-48FC-8029-C1D5AB1F2EC7}" destId="{9CC1E052-718E-4622-8978-C644A133F496}" srcOrd="1" destOrd="0" presId="urn:microsoft.com/office/officeart/2005/8/layout/vProcess5"/>
    <dgm:cxn modelId="{4C59E0A0-2263-4444-8ED9-130B91DEA783}" type="presParOf" srcId="{BD37F25C-FA93-48FC-8029-C1D5AB1F2EC7}" destId="{D7DFE340-C3AB-46CB-9CAA-34118C7C48C8}" srcOrd="2" destOrd="0" presId="urn:microsoft.com/office/officeart/2005/8/layout/vProcess5"/>
    <dgm:cxn modelId="{59571D2A-D994-4C70-B884-7039F22610F0}" type="presParOf" srcId="{BD37F25C-FA93-48FC-8029-C1D5AB1F2EC7}" destId="{4710816F-AA5C-40FB-B4BA-CBB65163D31B}" srcOrd="3" destOrd="0" presId="urn:microsoft.com/office/officeart/2005/8/layout/vProcess5"/>
    <dgm:cxn modelId="{5DD8B301-34BD-4B0A-BBB9-67F11A94BF1C}" type="presParOf" srcId="{BD37F25C-FA93-48FC-8029-C1D5AB1F2EC7}" destId="{8FB06A28-5FB7-42EF-9E90-73F4E0E5D0E6}" srcOrd="4" destOrd="0" presId="urn:microsoft.com/office/officeart/2005/8/layout/vProcess5"/>
    <dgm:cxn modelId="{D81B6871-817C-4D54-87A5-083C8599ACD9}" type="presParOf" srcId="{BD37F25C-FA93-48FC-8029-C1D5AB1F2EC7}" destId="{10C6E7F7-F91F-4129-9E49-10A987A91D54}" srcOrd="5" destOrd="0" presId="urn:microsoft.com/office/officeart/2005/8/layout/vProcess5"/>
    <dgm:cxn modelId="{EF60B974-0DAB-40E8-9ABB-5C45CA12B3CC}" type="presParOf" srcId="{BD37F25C-FA93-48FC-8029-C1D5AB1F2EC7}" destId="{E79260E4-EBBC-4C08-AFFE-B07A3BCC9476}" srcOrd="6" destOrd="0" presId="urn:microsoft.com/office/officeart/2005/8/layout/vProcess5"/>
    <dgm:cxn modelId="{C5BBA9C0-4F09-40C7-8336-EE17C62CBD56}" type="presParOf" srcId="{BD37F25C-FA93-48FC-8029-C1D5AB1F2EC7}" destId="{C727C9E1-4C00-48F0-96C0-06594E209003}" srcOrd="7" destOrd="0" presId="urn:microsoft.com/office/officeart/2005/8/layout/vProcess5"/>
    <dgm:cxn modelId="{24461BB4-3068-487B-8D16-62243D10BAAE}" type="presParOf" srcId="{BD37F25C-FA93-48FC-8029-C1D5AB1F2EC7}" destId="{A92782F0-9BBE-4520-8094-481347FDE54C}" srcOrd="8" destOrd="0" presId="urn:microsoft.com/office/officeart/2005/8/layout/vProcess5"/>
    <dgm:cxn modelId="{D80B16A0-6382-49F1-81DD-4F18C7EA411D}" type="presParOf" srcId="{BD37F25C-FA93-48FC-8029-C1D5AB1F2EC7}" destId="{7F7651EB-F514-4835-BA12-10E8D6049DCA}" srcOrd="9" destOrd="0" presId="urn:microsoft.com/office/officeart/2005/8/layout/vProcess5"/>
    <dgm:cxn modelId="{B0F6B982-FA4A-4B44-803B-4350D8D4C41F}" type="presParOf" srcId="{BD37F25C-FA93-48FC-8029-C1D5AB1F2EC7}" destId="{981AA728-04EE-426D-91DC-0778EE4AC133}" srcOrd="10" destOrd="0" presId="urn:microsoft.com/office/officeart/2005/8/layout/vProcess5"/>
    <dgm:cxn modelId="{BAB8F980-568B-4631-BEEE-3813FEC1C409}" type="presParOf" srcId="{BD37F25C-FA93-48FC-8029-C1D5AB1F2EC7}" destId="{24D06BDE-390C-4599-8E31-A92AF3E7EB9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DFCF2-9782-4A08-B012-D4CB73EEBD83}">
      <dsp:nvSpPr>
        <dsp:cNvPr id="0" name=""/>
        <dsp:cNvSpPr/>
      </dsp:nvSpPr>
      <dsp:spPr>
        <a:xfrm>
          <a:off x="0" y="905520"/>
          <a:ext cx="6074466" cy="16717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CE9B9-BE2D-4041-902B-DE745268A0E6}">
      <dsp:nvSpPr>
        <dsp:cNvPr id="0" name=""/>
        <dsp:cNvSpPr/>
      </dsp:nvSpPr>
      <dsp:spPr>
        <a:xfrm>
          <a:off x="505698" y="1281659"/>
          <a:ext cx="919451" cy="9194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09B525-39E7-47A1-8689-E8441D5E7668}">
      <dsp:nvSpPr>
        <dsp:cNvPr id="0" name=""/>
        <dsp:cNvSpPr/>
      </dsp:nvSpPr>
      <dsp:spPr>
        <a:xfrm>
          <a:off x="1930847" y="905520"/>
          <a:ext cx="4143619" cy="1671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25" tIns="176925" rIns="176925" bIns="17692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SDLC (Software Development Life Cycle) is a structured process used to plan, design, build, test, and maintain software systems.</a:t>
          </a:r>
        </a:p>
      </dsp:txBody>
      <dsp:txXfrm>
        <a:off x="1930847" y="905520"/>
        <a:ext cx="4143619" cy="1671729"/>
      </dsp:txXfrm>
    </dsp:sp>
    <dsp:sp modelId="{D6D209BB-F9DD-47A4-95A9-43543CFD5733}">
      <dsp:nvSpPr>
        <dsp:cNvPr id="0" name=""/>
        <dsp:cNvSpPr/>
      </dsp:nvSpPr>
      <dsp:spPr>
        <a:xfrm>
          <a:off x="0" y="2995182"/>
          <a:ext cx="6074466" cy="167172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41BB0-4E26-4B9E-95ED-9816E1779393}">
      <dsp:nvSpPr>
        <dsp:cNvPr id="0" name=""/>
        <dsp:cNvSpPr/>
      </dsp:nvSpPr>
      <dsp:spPr>
        <a:xfrm>
          <a:off x="505698" y="3371321"/>
          <a:ext cx="919451" cy="9194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F4AB1-44E1-4DBE-A0C0-54C79605E286}">
      <dsp:nvSpPr>
        <dsp:cNvPr id="0" name=""/>
        <dsp:cNvSpPr/>
      </dsp:nvSpPr>
      <dsp:spPr>
        <a:xfrm>
          <a:off x="1930847" y="2995182"/>
          <a:ext cx="4143619" cy="1671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925" tIns="176925" rIns="176925" bIns="17692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ensures software is developed in an organized and efficient way.</a:t>
          </a:r>
        </a:p>
      </dsp:txBody>
      <dsp:txXfrm>
        <a:off x="1930847" y="2995182"/>
        <a:ext cx="4143619" cy="167172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52060-D385-4232-857D-FBF7AE80CE79}">
      <dsp:nvSpPr>
        <dsp:cNvPr id="0" name=""/>
        <dsp:cNvSpPr/>
      </dsp:nvSpPr>
      <dsp:spPr>
        <a:xfrm>
          <a:off x="0" y="290375"/>
          <a:ext cx="6743845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Reduces errors</a:t>
          </a:r>
        </a:p>
      </dsp:txBody>
      <dsp:txXfrm>
        <a:off x="30842" y="321217"/>
        <a:ext cx="6682161" cy="570116"/>
      </dsp:txXfrm>
    </dsp:sp>
    <dsp:sp modelId="{B7A37FDE-CBFF-4FED-83F9-82648468A7B0}">
      <dsp:nvSpPr>
        <dsp:cNvPr id="0" name=""/>
        <dsp:cNvSpPr/>
      </dsp:nvSpPr>
      <dsp:spPr>
        <a:xfrm>
          <a:off x="0" y="999935"/>
          <a:ext cx="6743845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Improves software quality</a:t>
          </a:r>
        </a:p>
      </dsp:txBody>
      <dsp:txXfrm>
        <a:off x="30842" y="1030777"/>
        <a:ext cx="6682161" cy="570116"/>
      </dsp:txXfrm>
    </dsp:sp>
    <dsp:sp modelId="{720E5F3A-3EC0-4BD0-8EF9-932E297C37A2}">
      <dsp:nvSpPr>
        <dsp:cNvPr id="0" name=""/>
        <dsp:cNvSpPr/>
      </dsp:nvSpPr>
      <dsp:spPr>
        <a:xfrm>
          <a:off x="0" y="1709496"/>
          <a:ext cx="6743845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Ensures system meets user requirements</a:t>
          </a:r>
        </a:p>
      </dsp:txBody>
      <dsp:txXfrm>
        <a:off x="30842" y="1740338"/>
        <a:ext cx="6682161" cy="570116"/>
      </dsp:txXfrm>
    </dsp:sp>
    <dsp:sp modelId="{C1D99D1F-C925-4BD9-9FA3-DEC2ED0AF365}">
      <dsp:nvSpPr>
        <dsp:cNvPr id="0" name=""/>
        <dsp:cNvSpPr/>
      </dsp:nvSpPr>
      <dsp:spPr>
        <a:xfrm>
          <a:off x="0" y="2419056"/>
          <a:ext cx="6743845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Saves time and cost</a:t>
          </a:r>
        </a:p>
      </dsp:txBody>
      <dsp:txXfrm>
        <a:off x="30842" y="2449898"/>
        <a:ext cx="6682161" cy="570116"/>
      </dsp:txXfrm>
    </dsp:sp>
    <dsp:sp modelId="{49BB5B05-7AC9-493F-A376-1223F7010507}">
      <dsp:nvSpPr>
        <dsp:cNvPr id="0" name=""/>
        <dsp:cNvSpPr/>
      </dsp:nvSpPr>
      <dsp:spPr>
        <a:xfrm>
          <a:off x="0" y="3128616"/>
          <a:ext cx="6743845" cy="631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Makes development organized and clear</a:t>
          </a:r>
        </a:p>
      </dsp:txBody>
      <dsp:txXfrm>
        <a:off x="30842" y="3159458"/>
        <a:ext cx="6682161" cy="5701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78732-DE85-4302-BC20-AF346FA94241}">
      <dsp:nvSpPr>
        <dsp:cNvPr id="0" name=""/>
        <dsp:cNvSpPr/>
      </dsp:nvSpPr>
      <dsp:spPr>
        <a:xfrm>
          <a:off x="1869994" y="1197914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8646" y="1241487"/>
        <a:ext cx="21468" cy="4293"/>
      </dsp:txXfrm>
    </dsp:sp>
    <dsp:sp modelId="{60B37DB6-6403-4529-9795-9E30DF8E0B21}">
      <dsp:nvSpPr>
        <dsp:cNvPr id="0" name=""/>
        <dsp:cNvSpPr/>
      </dsp:nvSpPr>
      <dsp:spPr>
        <a:xfrm>
          <a:off x="4959" y="683583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Build a simple Library System that can:</a:t>
          </a:r>
        </a:p>
      </dsp:txBody>
      <dsp:txXfrm>
        <a:off x="4959" y="683583"/>
        <a:ext cx="1866835" cy="1120101"/>
      </dsp:txXfrm>
    </dsp:sp>
    <dsp:sp modelId="{6D026187-25ED-4164-BC69-EC04DD1FB8D1}">
      <dsp:nvSpPr>
        <dsp:cNvPr id="0" name=""/>
        <dsp:cNvSpPr/>
      </dsp:nvSpPr>
      <dsp:spPr>
        <a:xfrm>
          <a:off x="4166201" y="1197914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4853" y="1241487"/>
        <a:ext cx="21468" cy="4293"/>
      </dsp:txXfrm>
    </dsp:sp>
    <dsp:sp modelId="{3F159CDB-7968-4E17-83AF-74217294A6EC}">
      <dsp:nvSpPr>
        <dsp:cNvPr id="0" name=""/>
        <dsp:cNvSpPr/>
      </dsp:nvSpPr>
      <dsp:spPr>
        <a:xfrm>
          <a:off x="2301166" y="683583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1-Add new books</a:t>
          </a:r>
        </a:p>
      </dsp:txBody>
      <dsp:txXfrm>
        <a:off x="2301166" y="683583"/>
        <a:ext cx="1866835" cy="1120101"/>
      </dsp:txXfrm>
    </dsp:sp>
    <dsp:sp modelId="{E4CFD25F-3D4F-40E2-8BAA-93074C1390BC}">
      <dsp:nvSpPr>
        <dsp:cNvPr id="0" name=""/>
        <dsp:cNvSpPr/>
      </dsp:nvSpPr>
      <dsp:spPr>
        <a:xfrm>
          <a:off x="938376" y="1801884"/>
          <a:ext cx="4592414" cy="398772"/>
        </a:xfrm>
        <a:custGeom>
          <a:avLst/>
          <a:gdLst/>
          <a:ahLst/>
          <a:cxnLst/>
          <a:rect l="0" t="0" r="0" b="0"/>
          <a:pathLst>
            <a:path>
              <a:moveTo>
                <a:pt x="4592414" y="0"/>
              </a:moveTo>
              <a:lnTo>
                <a:pt x="4592414" y="216486"/>
              </a:lnTo>
              <a:lnTo>
                <a:pt x="0" y="216486"/>
              </a:lnTo>
              <a:lnTo>
                <a:pt x="0" y="39877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272" y="1999124"/>
        <a:ext cx="230622" cy="4293"/>
      </dsp:txXfrm>
    </dsp:sp>
    <dsp:sp modelId="{A02759D1-6334-45D6-B176-874F9CC57DE5}">
      <dsp:nvSpPr>
        <dsp:cNvPr id="0" name=""/>
        <dsp:cNvSpPr/>
      </dsp:nvSpPr>
      <dsp:spPr>
        <a:xfrm>
          <a:off x="4597373" y="683583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2-Borrow books</a:t>
          </a:r>
        </a:p>
      </dsp:txBody>
      <dsp:txXfrm>
        <a:off x="4597373" y="683583"/>
        <a:ext cx="1866835" cy="1120101"/>
      </dsp:txXfrm>
    </dsp:sp>
    <dsp:sp modelId="{133AB4F4-5A90-4F08-90FD-A4BD8334DC29}">
      <dsp:nvSpPr>
        <dsp:cNvPr id="0" name=""/>
        <dsp:cNvSpPr/>
      </dsp:nvSpPr>
      <dsp:spPr>
        <a:xfrm>
          <a:off x="1869994" y="2747387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8646" y="2790960"/>
        <a:ext cx="21468" cy="4293"/>
      </dsp:txXfrm>
    </dsp:sp>
    <dsp:sp modelId="{05C8BA99-016D-4A1A-8206-B91E998E831C}">
      <dsp:nvSpPr>
        <dsp:cNvPr id="0" name=""/>
        <dsp:cNvSpPr/>
      </dsp:nvSpPr>
      <dsp:spPr>
        <a:xfrm>
          <a:off x="4959" y="2233056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3-Return books</a:t>
          </a:r>
        </a:p>
      </dsp:txBody>
      <dsp:txXfrm>
        <a:off x="4959" y="2233056"/>
        <a:ext cx="1866835" cy="1120101"/>
      </dsp:txXfrm>
    </dsp:sp>
    <dsp:sp modelId="{E8A702F7-8DEF-4E15-9304-DD7590FF3E43}">
      <dsp:nvSpPr>
        <dsp:cNvPr id="0" name=""/>
        <dsp:cNvSpPr/>
      </dsp:nvSpPr>
      <dsp:spPr>
        <a:xfrm>
          <a:off x="4166201" y="2747387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4853" y="2790960"/>
        <a:ext cx="21468" cy="4293"/>
      </dsp:txXfrm>
    </dsp:sp>
    <dsp:sp modelId="{B2EF99BD-08CB-4087-9174-C6E9FEDFB7E7}">
      <dsp:nvSpPr>
        <dsp:cNvPr id="0" name=""/>
        <dsp:cNvSpPr/>
      </dsp:nvSpPr>
      <dsp:spPr>
        <a:xfrm>
          <a:off x="2301166" y="2233056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4-Save books to a JSON file</a:t>
          </a:r>
        </a:p>
      </dsp:txBody>
      <dsp:txXfrm>
        <a:off x="2301166" y="2233056"/>
        <a:ext cx="1866835" cy="1120101"/>
      </dsp:txXfrm>
    </dsp:sp>
    <dsp:sp modelId="{1EC0E3B2-D4FE-4550-A5E4-269A3B1F4F06}">
      <dsp:nvSpPr>
        <dsp:cNvPr id="0" name=""/>
        <dsp:cNvSpPr/>
      </dsp:nvSpPr>
      <dsp:spPr>
        <a:xfrm>
          <a:off x="938376" y="3351358"/>
          <a:ext cx="4592414" cy="398772"/>
        </a:xfrm>
        <a:custGeom>
          <a:avLst/>
          <a:gdLst/>
          <a:ahLst/>
          <a:cxnLst/>
          <a:rect l="0" t="0" r="0" b="0"/>
          <a:pathLst>
            <a:path>
              <a:moveTo>
                <a:pt x="4592414" y="0"/>
              </a:moveTo>
              <a:lnTo>
                <a:pt x="4592414" y="216486"/>
              </a:lnTo>
              <a:lnTo>
                <a:pt x="0" y="216486"/>
              </a:lnTo>
              <a:lnTo>
                <a:pt x="0" y="398772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272" y="3548597"/>
        <a:ext cx="230622" cy="4293"/>
      </dsp:txXfrm>
    </dsp:sp>
    <dsp:sp modelId="{35BC5CF1-D017-4B5C-8210-618B1F046E6A}">
      <dsp:nvSpPr>
        <dsp:cNvPr id="0" name=""/>
        <dsp:cNvSpPr/>
      </dsp:nvSpPr>
      <dsp:spPr>
        <a:xfrm>
          <a:off x="4597373" y="2233056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5-Load books from a JSON file</a:t>
          </a:r>
        </a:p>
      </dsp:txBody>
      <dsp:txXfrm>
        <a:off x="4597373" y="2233056"/>
        <a:ext cx="1866835" cy="1120101"/>
      </dsp:txXfrm>
    </dsp:sp>
    <dsp:sp modelId="{67000611-AFD5-4CB4-9C10-9743F5C58BF2}">
      <dsp:nvSpPr>
        <dsp:cNvPr id="0" name=""/>
        <dsp:cNvSpPr/>
      </dsp:nvSpPr>
      <dsp:spPr>
        <a:xfrm>
          <a:off x="1869994" y="4296860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58646" y="4340433"/>
        <a:ext cx="21468" cy="4293"/>
      </dsp:txXfrm>
    </dsp:sp>
    <dsp:sp modelId="{1BE8FFE6-1A10-4912-BFCD-FB1B4E4B078A}">
      <dsp:nvSpPr>
        <dsp:cNvPr id="0" name=""/>
        <dsp:cNvSpPr/>
      </dsp:nvSpPr>
      <dsp:spPr>
        <a:xfrm>
          <a:off x="4959" y="3782530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6-Make a backup file</a:t>
          </a:r>
        </a:p>
      </dsp:txBody>
      <dsp:txXfrm>
        <a:off x="4959" y="3782530"/>
        <a:ext cx="1866835" cy="1120101"/>
      </dsp:txXfrm>
    </dsp:sp>
    <dsp:sp modelId="{E8F4A301-9B51-41CE-B93F-5BC00D1958CD}">
      <dsp:nvSpPr>
        <dsp:cNvPr id="0" name=""/>
        <dsp:cNvSpPr/>
      </dsp:nvSpPr>
      <dsp:spPr>
        <a:xfrm>
          <a:off x="4166201" y="4296860"/>
          <a:ext cx="39877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8772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54853" y="4340433"/>
        <a:ext cx="21468" cy="4293"/>
      </dsp:txXfrm>
    </dsp:sp>
    <dsp:sp modelId="{B78F53B2-8285-4FDF-AC00-DD72F0464452}">
      <dsp:nvSpPr>
        <dsp:cNvPr id="0" name=""/>
        <dsp:cNvSpPr/>
      </dsp:nvSpPr>
      <dsp:spPr>
        <a:xfrm>
          <a:off x="2301166" y="3782530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Store info book :</a:t>
          </a:r>
        </a:p>
      </dsp:txBody>
      <dsp:txXfrm>
        <a:off x="2301166" y="3782530"/>
        <a:ext cx="1866835" cy="1120101"/>
      </dsp:txXfrm>
    </dsp:sp>
    <dsp:sp modelId="{08422498-6372-4833-A141-82EE43E1C3C7}">
      <dsp:nvSpPr>
        <dsp:cNvPr id="0" name=""/>
        <dsp:cNvSpPr/>
      </dsp:nvSpPr>
      <dsp:spPr>
        <a:xfrm>
          <a:off x="4597373" y="3782530"/>
          <a:ext cx="1866835" cy="11201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76" tIns="96021" rIns="91476" bIns="9602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Book_id, title, author, year, category, status, borrower_name</a:t>
          </a:r>
        </a:p>
      </dsp:txBody>
      <dsp:txXfrm>
        <a:off x="4597373" y="3782530"/>
        <a:ext cx="1866835" cy="11201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A0124E-57D4-4386-B06C-F0389B2C7195}">
      <dsp:nvSpPr>
        <dsp:cNvPr id="0" name=""/>
        <dsp:cNvSpPr/>
      </dsp:nvSpPr>
      <dsp:spPr>
        <a:xfrm>
          <a:off x="0" y="477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38974-3402-431C-AECA-041F7BACEBA5}">
      <dsp:nvSpPr>
        <dsp:cNvPr id="0" name=""/>
        <dsp:cNvSpPr/>
      </dsp:nvSpPr>
      <dsp:spPr>
        <a:xfrm>
          <a:off x="198769" y="148322"/>
          <a:ext cx="361399" cy="3613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650264-1E26-4ADA-BE10-EFC8ADC64F2A}">
      <dsp:nvSpPr>
        <dsp:cNvPr id="0" name=""/>
        <dsp:cNvSpPr/>
      </dsp:nvSpPr>
      <dsp:spPr>
        <a:xfrm>
          <a:off x="758938" y="477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What the system needs:</a:t>
          </a:r>
          <a:endParaRPr lang="en-US" sz="1600" kern="1200"/>
        </a:p>
      </dsp:txBody>
      <dsp:txXfrm>
        <a:off x="758938" y="477"/>
        <a:ext cx="5710229" cy="657089"/>
      </dsp:txXfrm>
    </dsp:sp>
    <dsp:sp modelId="{ABAFA392-F624-481A-9BEE-58256DA1C1D3}">
      <dsp:nvSpPr>
        <dsp:cNvPr id="0" name=""/>
        <dsp:cNvSpPr/>
      </dsp:nvSpPr>
      <dsp:spPr>
        <a:xfrm>
          <a:off x="0" y="821839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575D8F-4B21-4E52-A71A-C5E18BE5E26C}">
      <dsp:nvSpPr>
        <dsp:cNvPr id="0" name=""/>
        <dsp:cNvSpPr/>
      </dsp:nvSpPr>
      <dsp:spPr>
        <a:xfrm>
          <a:off x="198769" y="969684"/>
          <a:ext cx="361399" cy="3613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C3E2E9-5DE1-4608-8550-AA47C45A74AF}">
      <dsp:nvSpPr>
        <dsp:cNvPr id="0" name=""/>
        <dsp:cNvSpPr/>
      </dsp:nvSpPr>
      <dsp:spPr>
        <a:xfrm>
          <a:off x="758938" y="821839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Store book data</a:t>
          </a:r>
          <a:endParaRPr lang="en-US" sz="1600" kern="1200"/>
        </a:p>
      </dsp:txBody>
      <dsp:txXfrm>
        <a:off x="758938" y="821839"/>
        <a:ext cx="5710229" cy="657089"/>
      </dsp:txXfrm>
    </dsp:sp>
    <dsp:sp modelId="{CE0A84A7-517E-4EC8-936A-1C670BECDAE4}">
      <dsp:nvSpPr>
        <dsp:cNvPr id="0" name=""/>
        <dsp:cNvSpPr/>
      </dsp:nvSpPr>
      <dsp:spPr>
        <a:xfrm>
          <a:off x="0" y="1643200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9433AF-3A8F-42B4-841A-35A8A915A99E}">
      <dsp:nvSpPr>
        <dsp:cNvPr id="0" name=""/>
        <dsp:cNvSpPr/>
      </dsp:nvSpPr>
      <dsp:spPr>
        <a:xfrm>
          <a:off x="198769" y="1791046"/>
          <a:ext cx="361399" cy="3613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7F93C0-286A-4F69-A4A0-17354969C1CF}">
      <dsp:nvSpPr>
        <dsp:cNvPr id="0" name=""/>
        <dsp:cNvSpPr/>
      </dsp:nvSpPr>
      <dsp:spPr>
        <a:xfrm>
          <a:off x="758938" y="1643200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Track borrowed books</a:t>
          </a:r>
          <a:endParaRPr lang="en-US" sz="1600" kern="1200"/>
        </a:p>
      </dsp:txBody>
      <dsp:txXfrm>
        <a:off x="758938" y="1643200"/>
        <a:ext cx="5710229" cy="657089"/>
      </dsp:txXfrm>
    </dsp:sp>
    <dsp:sp modelId="{94F1AE50-7849-4A0B-B239-1213CAB5C53F}">
      <dsp:nvSpPr>
        <dsp:cNvPr id="0" name=""/>
        <dsp:cNvSpPr/>
      </dsp:nvSpPr>
      <dsp:spPr>
        <a:xfrm>
          <a:off x="0" y="2464562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7D97FD-18A1-4F99-B1FD-73F70D8D87FF}">
      <dsp:nvSpPr>
        <dsp:cNvPr id="0" name=""/>
        <dsp:cNvSpPr/>
      </dsp:nvSpPr>
      <dsp:spPr>
        <a:xfrm>
          <a:off x="198769" y="2612407"/>
          <a:ext cx="361399" cy="3613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F277B-5680-4AF8-ADC5-4ED9CB29116E}">
      <dsp:nvSpPr>
        <dsp:cNvPr id="0" name=""/>
        <dsp:cNvSpPr/>
      </dsp:nvSpPr>
      <dsp:spPr>
        <a:xfrm>
          <a:off x="758938" y="2464562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Know who borrowed each book</a:t>
          </a:r>
          <a:endParaRPr lang="en-US" sz="1600" kern="1200"/>
        </a:p>
      </dsp:txBody>
      <dsp:txXfrm>
        <a:off x="758938" y="2464562"/>
        <a:ext cx="5710229" cy="657089"/>
      </dsp:txXfrm>
    </dsp:sp>
    <dsp:sp modelId="{388B48D7-AE9D-4130-AB69-7C5D7C7DD4AC}">
      <dsp:nvSpPr>
        <dsp:cNvPr id="0" name=""/>
        <dsp:cNvSpPr/>
      </dsp:nvSpPr>
      <dsp:spPr>
        <a:xfrm>
          <a:off x="0" y="3285924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BA925-A12E-43A8-96FD-260AEF374B4D}">
      <dsp:nvSpPr>
        <dsp:cNvPr id="0" name=""/>
        <dsp:cNvSpPr/>
      </dsp:nvSpPr>
      <dsp:spPr>
        <a:xfrm>
          <a:off x="198769" y="3433769"/>
          <a:ext cx="361399" cy="3613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48A2C5-B5B5-475A-887C-EA128390F7C3}">
      <dsp:nvSpPr>
        <dsp:cNvPr id="0" name=""/>
        <dsp:cNvSpPr/>
      </dsp:nvSpPr>
      <dsp:spPr>
        <a:xfrm>
          <a:off x="758938" y="3285924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Save and load data</a:t>
          </a:r>
          <a:endParaRPr lang="en-US" sz="1600" kern="1200"/>
        </a:p>
      </dsp:txBody>
      <dsp:txXfrm>
        <a:off x="758938" y="3285924"/>
        <a:ext cx="5710229" cy="657089"/>
      </dsp:txXfrm>
    </dsp:sp>
    <dsp:sp modelId="{7F179144-2F92-423D-AAF1-5AF4B0C30449}">
      <dsp:nvSpPr>
        <dsp:cNvPr id="0" name=""/>
        <dsp:cNvSpPr/>
      </dsp:nvSpPr>
      <dsp:spPr>
        <a:xfrm>
          <a:off x="0" y="4107286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DF3DD4-5365-4027-85B1-7BAEBFC7A7A0}">
      <dsp:nvSpPr>
        <dsp:cNvPr id="0" name=""/>
        <dsp:cNvSpPr/>
      </dsp:nvSpPr>
      <dsp:spPr>
        <a:xfrm>
          <a:off x="198769" y="4255131"/>
          <a:ext cx="361399" cy="3613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AB5CA-E67F-4637-9431-B497352DF45C}">
      <dsp:nvSpPr>
        <dsp:cNvPr id="0" name=""/>
        <dsp:cNvSpPr/>
      </dsp:nvSpPr>
      <dsp:spPr>
        <a:xfrm>
          <a:off x="758938" y="4107286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Such as:</a:t>
          </a:r>
          <a:endParaRPr lang="en-US" sz="1600" kern="1200"/>
        </a:p>
      </dsp:txBody>
      <dsp:txXfrm>
        <a:off x="758938" y="4107286"/>
        <a:ext cx="5710229" cy="657089"/>
      </dsp:txXfrm>
    </dsp:sp>
    <dsp:sp modelId="{C34AC0BB-3E3B-4647-966F-5A5B30F9C6F3}">
      <dsp:nvSpPr>
        <dsp:cNvPr id="0" name=""/>
        <dsp:cNvSpPr/>
      </dsp:nvSpPr>
      <dsp:spPr>
        <a:xfrm>
          <a:off x="0" y="4928648"/>
          <a:ext cx="6469168" cy="65708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DE899-D9FB-42FE-92D6-E6E4BF0F4909}">
      <dsp:nvSpPr>
        <dsp:cNvPr id="0" name=""/>
        <dsp:cNvSpPr/>
      </dsp:nvSpPr>
      <dsp:spPr>
        <a:xfrm>
          <a:off x="198769" y="5076493"/>
          <a:ext cx="361399" cy="36139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9D214-F1C8-4854-8A0D-C80493683354}">
      <dsp:nvSpPr>
        <dsp:cNvPr id="0" name=""/>
        <dsp:cNvSpPr/>
      </dsp:nvSpPr>
      <dsp:spPr>
        <a:xfrm>
          <a:off x="758938" y="4928648"/>
          <a:ext cx="5710229" cy="657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42" tIns="69542" rIns="69542" bIns="69542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Users: students, librarians</a:t>
          </a:r>
          <a:endParaRPr lang="en-US" sz="1600" kern="1200"/>
        </a:p>
      </dsp:txBody>
      <dsp:txXfrm>
        <a:off x="758938" y="4928648"/>
        <a:ext cx="5710229" cy="657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EB113-7645-49F2-8F58-7CE7045EE92D}">
      <dsp:nvSpPr>
        <dsp:cNvPr id="0" name=""/>
        <dsp:cNvSpPr/>
      </dsp:nvSpPr>
      <dsp:spPr>
        <a:xfrm rot="5400000">
          <a:off x="3786208" y="-1165664"/>
          <a:ext cx="1580758" cy="430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Book class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LibraryManager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JSON file to store data</a:t>
          </a:r>
          <a:endParaRPr lang="en-US" sz="1400" kern="1200"/>
        </a:p>
      </dsp:txBody>
      <dsp:txXfrm rot="-5400000">
        <a:off x="2422899" y="274811"/>
        <a:ext cx="4230210" cy="1426426"/>
      </dsp:txXfrm>
    </dsp:sp>
    <dsp:sp modelId="{722DE414-AFA5-4E1D-A5C5-8D525C32D977}">
      <dsp:nvSpPr>
        <dsp:cNvPr id="0" name=""/>
        <dsp:cNvSpPr/>
      </dsp:nvSpPr>
      <dsp:spPr>
        <a:xfrm>
          <a:off x="0" y="49"/>
          <a:ext cx="2422899" cy="1975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System components:</a:t>
          </a:r>
          <a:endParaRPr lang="en-US" sz="2600" kern="1200"/>
        </a:p>
      </dsp:txBody>
      <dsp:txXfrm>
        <a:off x="96458" y="96507"/>
        <a:ext cx="2229983" cy="1783031"/>
      </dsp:txXfrm>
    </dsp:sp>
    <dsp:sp modelId="{E2663618-AE2F-4D44-BF53-571FFEC9BED2}">
      <dsp:nvSpPr>
        <dsp:cNvPr id="0" name=""/>
        <dsp:cNvSpPr/>
      </dsp:nvSpPr>
      <dsp:spPr>
        <a:xfrm rot="5400000">
          <a:off x="3786208" y="909080"/>
          <a:ext cx="1580758" cy="430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add_book()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borrow_book()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return_book()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save_books()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load_books()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baseline="0"/>
            <a:t>backup_books()</a:t>
          </a:r>
          <a:endParaRPr lang="en-US" sz="1400" kern="1200"/>
        </a:p>
      </dsp:txBody>
      <dsp:txXfrm rot="-5400000">
        <a:off x="2422899" y="2349555"/>
        <a:ext cx="4230210" cy="1426426"/>
      </dsp:txXfrm>
    </dsp:sp>
    <dsp:sp modelId="{5B7F02C7-100B-42AC-B530-CA33D1A28E48}">
      <dsp:nvSpPr>
        <dsp:cNvPr id="0" name=""/>
        <dsp:cNvSpPr/>
      </dsp:nvSpPr>
      <dsp:spPr>
        <a:xfrm>
          <a:off x="0" y="2074794"/>
          <a:ext cx="2422899" cy="197594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Functions:</a:t>
          </a:r>
          <a:endParaRPr lang="en-US" sz="2600" kern="1200"/>
        </a:p>
      </dsp:txBody>
      <dsp:txXfrm>
        <a:off x="96458" y="2171252"/>
        <a:ext cx="2229983" cy="17830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DB1C28-2AA0-4015-8FFF-6D683460E383}">
      <dsp:nvSpPr>
        <dsp:cNvPr id="0" name=""/>
        <dsp:cNvSpPr/>
      </dsp:nvSpPr>
      <dsp:spPr>
        <a:xfrm>
          <a:off x="5934" y="810158"/>
          <a:ext cx="1602072" cy="4806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599" tIns="126599" rIns="126599" bIns="1265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Write</a:t>
          </a:r>
        </a:p>
      </dsp:txBody>
      <dsp:txXfrm>
        <a:off x="5934" y="810158"/>
        <a:ext cx="1602072" cy="480621"/>
      </dsp:txXfrm>
    </dsp:sp>
    <dsp:sp modelId="{00D865E2-AE79-4576-9F8E-038736531FFA}">
      <dsp:nvSpPr>
        <dsp:cNvPr id="0" name=""/>
        <dsp:cNvSpPr/>
      </dsp:nvSpPr>
      <dsp:spPr>
        <a:xfrm>
          <a:off x="5934" y="1290780"/>
          <a:ext cx="1602072" cy="1949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249" tIns="158249" rIns="158249" bIns="158249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Write Python code</a:t>
          </a:r>
        </a:p>
      </dsp:txBody>
      <dsp:txXfrm>
        <a:off x="5934" y="1290780"/>
        <a:ext cx="1602072" cy="1949853"/>
      </dsp:txXfrm>
    </dsp:sp>
    <dsp:sp modelId="{719599CE-9798-4B71-A23B-7E0BF63D8E59}">
      <dsp:nvSpPr>
        <dsp:cNvPr id="0" name=""/>
        <dsp:cNvSpPr/>
      </dsp:nvSpPr>
      <dsp:spPr>
        <a:xfrm>
          <a:off x="1715902" y="810158"/>
          <a:ext cx="1602072" cy="4806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599" tIns="126599" rIns="126599" bIns="1265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</a:t>
          </a:r>
        </a:p>
      </dsp:txBody>
      <dsp:txXfrm>
        <a:off x="1715902" y="810158"/>
        <a:ext cx="1602072" cy="480621"/>
      </dsp:txXfrm>
    </dsp:sp>
    <dsp:sp modelId="{6485AC99-C1CD-4053-A3F6-A61EA5237BD7}">
      <dsp:nvSpPr>
        <dsp:cNvPr id="0" name=""/>
        <dsp:cNvSpPr/>
      </dsp:nvSpPr>
      <dsp:spPr>
        <a:xfrm>
          <a:off x="1715902" y="1290780"/>
          <a:ext cx="1602072" cy="1949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249" tIns="158249" rIns="158249" bIns="158249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modules: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book_manager.py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book_viewer.py</a:t>
          </a:r>
        </a:p>
      </dsp:txBody>
      <dsp:txXfrm>
        <a:off x="1715902" y="1290780"/>
        <a:ext cx="1602072" cy="1949853"/>
      </dsp:txXfrm>
    </dsp:sp>
    <dsp:sp modelId="{1BADD075-B917-4F91-9800-722323F4BE0B}">
      <dsp:nvSpPr>
        <dsp:cNvPr id="0" name=""/>
        <dsp:cNvSpPr/>
      </dsp:nvSpPr>
      <dsp:spPr>
        <a:xfrm>
          <a:off x="3425869" y="810158"/>
          <a:ext cx="1602072" cy="4806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599" tIns="126599" rIns="126599" bIns="1265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</a:t>
          </a:r>
        </a:p>
      </dsp:txBody>
      <dsp:txXfrm>
        <a:off x="3425869" y="810158"/>
        <a:ext cx="1602072" cy="480621"/>
      </dsp:txXfrm>
    </dsp:sp>
    <dsp:sp modelId="{1390E1AD-886D-4A88-8C9E-3955FD332728}">
      <dsp:nvSpPr>
        <dsp:cNvPr id="0" name=""/>
        <dsp:cNvSpPr/>
      </dsp:nvSpPr>
      <dsp:spPr>
        <a:xfrm>
          <a:off x="3425869" y="1290780"/>
          <a:ext cx="1602072" cy="1949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249" tIns="158249" rIns="158249" bIns="158249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 functions and classes</a:t>
          </a:r>
        </a:p>
      </dsp:txBody>
      <dsp:txXfrm>
        <a:off x="3425869" y="1290780"/>
        <a:ext cx="1602072" cy="1949853"/>
      </dsp:txXfrm>
    </dsp:sp>
    <dsp:sp modelId="{E76E7D35-F6EA-41B3-99AE-F342FDC418AE}">
      <dsp:nvSpPr>
        <dsp:cNvPr id="0" name=""/>
        <dsp:cNvSpPr/>
      </dsp:nvSpPr>
      <dsp:spPr>
        <a:xfrm>
          <a:off x="5135837" y="810158"/>
          <a:ext cx="1602072" cy="48062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6599" tIns="126599" rIns="126599" bIns="126599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Create</a:t>
          </a:r>
        </a:p>
      </dsp:txBody>
      <dsp:txXfrm>
        <a:off x="5135837" y="810158"/>
        <a:ext cx="1602072" cy="480621"/>
      </dsp:txXfrm>
    </dsp:sp>
    <dsp:sp modelId="{5AE5FEEA-F327-4FEE-9B45-2974737B57A6}">
      <dsp:nvSpPr>
        <dsp:cNvPr id="0" name=""/>
        <dsp:cNvSpPr/>
      </dsp:nvSpPr>
      <dsp:spPr>
        <a:xfrm>
          <a:off x="5135837" y="1290780"/>
          <a:ext cx="1602072" cy="19498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249" tIns="158249" rIns="158249" bIns="158249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JSON data storage</a:t>
          </a:r>
        </a:p>
      </dsp:txBody>
      <dsp:txXfrm>
        <a:off x="5135837" y="1290780"/>
        <a:ext cx="1602072" cy="194985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A792B2-E9AC-4C29-AAE5-4772028402E7}">
      <dsp:nvSpPr>
        <dsp:cNvPr id="0" name=""/>
        <dsp:cNvSpPr/>
      </dsp:nvSpPr>
      <dsp:spPr>
        <a:xfrm>
          <a:off x="2945539" y="1525706"/>
          <a:ext cx="6469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697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2085" y="1568038"/>
        <a:ext cx="33878" cy="6775"/>
      </dsp:txXfrm>
    </dsp:sp>
    <dsp:sp modelId="{7C6E38DE-EF2D-4A7D-A9A1-214CFCA479D8}">
      <dsp:nvSpPr>
        <dsp:cNvPr id="0" name=""/>
        <dsp:cNvSpPr/>
      </dsp:nvSpPr>
      <dsp:spPr>
        <a:xfrm>
          <a:off x="1379" y="687638"/>
          <a:ext cx="2945959" cy="1767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354" tIns="151525" rIns="144354" bIns="15152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Run the program</a:t>
          </a:r>
        </a:p>
      </dsp:txBody>
      <dsp:txXfrm>
        <a:off x="1379" y="687638"/>
        <a:ext cx="2945959" cy="1767575"/>
      </dsp:txXfrm>
    </dsp:sp>
    <dsp:sp modelId="{74DBB038-866B-4533-ACE8-652DB86B7781}">
      <dsp:nvSpPr>
        <dsp:cNvPr id="0" name=""/>
        <dsp:cNvSpPr/>
      </dsp:nvSpPr>
      <dsp:spPr>
        <a:xfrm>
          <a:off x="1474359" y="2453414"/>
          <a:ext cx="3623530" cy="646970"/>
        </a:xfrm>
        <a:custGeom>
          <a:avLst/>
          <a:gdLst/>
          <a:ahLst/>
          <a:cxnLst/>
          <a:rect l="0" t="0" r="0" b="0"/>
          <a:pathLst>
            <a:path>
              <a:moveTo>
                <a:pt x="3623530" y="0"/>
              </a:moveTo>
              <a:lnTo>
                <a:pt x="3623530" y="340585"/>
              </a:lnTo>
              <a:lnTo>
                <a:pt x="0" y="340585"/>
              </a:lnTo>
              <a:lnTo>
                <a:pt x="0" y="64697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93966" y="2773512"/>
        <a:ext cx="184316" cy="6775"/>
      </dsp:txXfrm>
    </dsp:sp>
    <dsp:sp modelId="{F4C6675C-CBFA-407B-A539-0ABA7FDC80F6}">
      <dsp:nvSpPr>
        <dsp:cNvPr id="0" name=""/>
        <dsp:cNvSpPr/>
      </dsp:nvSpPr>
      <dsp:spPr>
        <a:xfrm>
          <a:off x="3624910" y="687638"/>
          <a:ext cx="2945959" cy="1767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354" tIns="151525" rIns="144354" bIns="15152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Give to users (students/librarians)</a:t>
          </a:r>
        </a:p>
      </dsp:txBody>
      <dsp:txXfrm>
        <a:off x="3624910" y="687638"/>
        <a:ext cx="2945959" cy="1767575"/>
      </dsp:txXfrm>
    </dsp:sp>
    <dsp:sp modelId="{62738340-165E-46DD-A45F-B3B15E905303}">
      <dsp:nvSpPr>
        <dsp:cNvPr id="0" name=""/>
        <dsp:cNvSpPr/>
      </dsp:nvSpPr>
      <dsp:spPr>
        <a:xfrm>
          <a:off x="2945539" y="3970853"/>
          <a:ext cx="64697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46970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52085" y="4013185"/>
        <a:ext cx="33878" cy="6775"/>
      </dsp:txXfrm>
    </dsp:sp>
    <dsp:sp modelId="{D2CE76DC-AFB0-4E97-AFDB-39685F8D53F5}">
      <dsp:nvSpPr>
        <dsp:cNvPr id="0" name=""/>
        <dsp:cNvSpPr/>
      </dsp:nvSpPr>
      <dsp:spPr>
        <a:xfrm>
          <a:off x="1379" y="3132785"/>
          <a:ext cx="2945959" cy="1767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354" tIns="151525" rIns="144354" bIns="15152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Train them how to use add/borrow/return</a:t>
          </a:r>
        </a:p>
      </dsp:txBody>
      <dsp:txXfrm>
        <a:off x="1379" y="3132785"/>
        <a:ext cx="2945959" cy="1767575"/>
      </dsp:txXfrm>
    </dsp:sp>
    <dsp:sp modelId="{35135A2A-B201-4FA8-A4FD-60727AF617EB}">
      <dsp:nvSpPr>
        <dsp:cNvPr id="0" name=""/>
        <dsp:cNvSpPr/>
      </dsp:nvSpPr>
      <dsp:spPr>
        <a:xfrm>
          <a:off x="3624910" y="3132785"/>
          <a:ext cx="2945959" cy="1767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354" tIns="151525" rIns="144354" bIns="151525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Start using system in real library</a:t>
          </a:r>
        </a:p>
      </dsp:txBody>
      <dsp:txXfrm>
        <a:off x="3624910" y="3132785"/>
        <a:ext cx="2945959" cy="176757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E03AB-07BA-44C6-AD1E-6EF98BD3A6CA}">
      <dsp:nvSpPr>
        <dsp:cNvPr id="0" name=""/>
        <dsp:cNvSpPr/>
      </dsp:nvSpPr>
      <dsp:spPr>
        <a:xfrm>
          <a:off x="4478" y="810158"/>
          <a:ext cx="1709011" cy="51270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05" tIns="63305" rIns="63305" bIns="6330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Fix</a:t>
          </a:r>
        </a:p>
      </dsp:txBody>
      <dsp:txXfrm>
        <a:off x="158289" y="810158"/>
        <a:ext cx="1401389" cy="512703"/>
      </dsp:txXfrm>
    </dsp:sp>
    <dsp:sp modelId="{40542706-2199-4329-A073-FF81FEC4B2ED}">
      <dsp:nvSpPr>
        <dsp:cNvPr id="0" name=""/>
        <dsp:cNvSpPr/>
      </dsp:nvSpPr>
      <dsp:spPr>
        <a:xfrm>
          <a:off x="4478" y="1322861"/>
          <a:ext cx="1555200" cy="19177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895" tIns="122895" rIns="122895" bIns="24579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Fix errors</a:t>
          </a:r>
        </a:p>
      </dsp:txBody>
      <dsp:txXfrm>
        <a:off x="4478" y="1322861"/>
        <a:ext cx="1555200" cy="1917771"/>
      </dsp:txXfrm>
    </dsp:sp>
    <dsp:sp modelId="{E7C50CC7-D8B7-49B3-88F5-1A4602794994}">
      <dsp:nvSpPr>
        <dsp:cNvPr id="0" name=""/>
        <dsp:cNvSpPr/>
      </dsp:nvSpPr>
      <dsp:spPr>
        <a:xfrm>
          <a:off x="1679770" y="810158"/>
          <a:ext cx="1709011" cy="51270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05" tIns="63305" rIns="63305" bIns="6330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</a:t>
          </a:r>
        </a:p>
      </dsp:txBody>
      <dsp:txXfrm>
        <a:off x="1833581" y="810158"/>
        <a:ext cx="1401389" cy="512703"/>
      </dsp:txXfrm>
    </dsp:sp>
    <dsp:sp modelId="{E04B76C5-1273-4867-9459-148E33441030}">
      <dsp:nvSpPr>
        <dsp:cNvPr id="0" name=""/>
        <dsp:cNvSpPr/>
      </dsp:nvSpPr>
      <dsp:spPr>
        <a:xfrm>
          <a:off x="1679770" y="1322861"/>
          <a:ext cx="1555200" cy="19177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895" tIns="122895" rIns="122895" bIns="24579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 performance</a:t>
          </a:r>
        </a:p>
      </dsp:txBody>
      <dsp:txXfrm>
        <a:off x="1679770" y="1322861"/>
        <a:ext cx="1555200" cy="1917771"/>
      </dsp:txXfrm>
    </dsp:sp>
    <dsp:sp modelId="{1DBDFBC8-60B4-4B88-8A5C-D9B272094D1C}">
      <dsp:nvSpPr>
        <dsp:cNvPr id="0" name=""/>
        <dsp:cNvSpPr/>
      </dsp:nvSpPr>
      <dsp:spPr>
        <a:xfrm>
          <a:off x="3355062" y="810158"/>
          <a:ext cx="1709011" cy="51270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05" tIns="63305" rIns="63305" bIns="6330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Add</a:t>
          </a:r>
        </a:p>
      </dsp:txBody>
      <dsp:txXfrm>
        <a:off x="3508873" y="810158"/>
        <a:ext cx="1401389" cy="512703"/>
      </dsp:txXfrm>
    </dsp:sp>
    <dsp:sp modelId="{FBC17B64-A406-4145-961B-46CE1964F691}">
      <dsp:nvSpPr>
        <dsp:cNvPr id="0" name=""/>
        <dsp:cNvSpPr/>
      </dsp:nvSpPr>
      <dsp:spPr>
        <a:xfrm>
          <a:off x="3355062" y="1322861"/>
          <a:ext cx="1555200" cy="19177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895" tIns="122895" rIns="122895" bIns="24579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Add new features if needed</a:t>
          </a:r>
        </a:p>
      </dsp:txBody>
      <dsp:txXfrm>
        <a:off x="3355062" y="1322861"/>
        <a:ext cx="1555200" cy="1917771"/>
      </dsp:txXfrm>
    </dsp:sp>
    <dsp:sp modelId="{754421DC-E013-47AE-A1F6-FE770EB7E874}">
      <dsp:nvSpPr>
        <dsp:cNvPr id="0" name=""/>
        <dsp:cNvSpPr/>
      </dsp:nvSpPr>
      <dsp:spPr>
        <a:xfrm>
          <a:off x="5030355" y="810158"/>
          <a:ext cx="1709011" cy="512703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305" tIns="63305" rIns="63305" bIns="63305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Update</a:t>
          </a:r>
        </a:p>
      </dsp:txBody>
      <dsp:txXfrm>
        <a:off x="5184166" y="810158"/>
        <a:ext cx="1401389" cy="512703"/>
      </dsp:txXfrm>
    </dsp:sp>
    <dsp:sp modelId="{97191ED6-C7A7-451B-8874-1DFCC0F1681E}">
      <dsp:nvSpPr>
        <dsp:cNvPr id="0" name=""/>
        <dsp:cNvSpPr/>
      </dsp:nvSpPr>
      <dsp:spPr>
        <a:xfrm>
          <a:off x="5030355" y="1322861"/>
          <a:ext cx="1555200" cy="19177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895" tIns="122895" rIns="122895" bIns="24579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Update backup regularly</a:t>
          </a:r>
        </a:p>
      </dsp:txBody>
      <dsp:txXfrm>
        <a:off x="5030355" y="1322861"/>
        <a:ext cx="1555200" cy="191777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1E052-718E-4622-8978-C644A133F496}">
      <dsp:nvSpPr>
        <dsp:cNvPr id="0" name=""/>
        <dsp:cNvSpPr/>
      </dsp:nvSpPr>
      <dsp:spPr>
        <a:xfrm>
          <a:off x="0" y="0"/>
          <a:ext cx="5395076" cy="89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SDLC helps build a complete Library System</a:t>
          </a:r>
        </a:p>
      </dsp:txBody>
      <dsp:txXfrm>
        <a:off x="26102" y="26102"/>
        <a:ext cx="4358124" cy="838970"/>
      </dsp:txXfrm>
    </dsp:sp>
    <dsp:sp modelId="{D7DFE340-C3AB-46CB-9CAA-34118C7C48C8}">
      <dsp:nvSpPr>
        <dsp:cNvPr id="0" name=""/>
        <dsp:cNvSpPr/>
      </dsp:nvSpPr>
      <dsp:spPr>
        <a:xfrm>
          <a:off x="451837" y="1053205"/>
          <a:ext cx="5395076" cy="89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Organized development from planning to maintenance</a:t>
          </a:r>
        </a:p>
      </dsp:txBody>
      <dsp:txXfrm>
        <a:off x="477939" y="1079307"/>
        <a:ext cx="4311771" cy="838970"/>
      </dsp:txXfrm>
    </dsp:sp>
    <dsp:sp modelId="{4710816F-AA5C-40FB-B4BA-CBB65163D31B}">
      <dsp:nvSpPr>
        <dsp:cNvPr id="0" name=""/>
        <dsp:cNvSpPr/>
      </dsp:nvSpPr>
      <dsp:spPr>
        <a:xfrm>
          <a:off x="896931" y="2106411"/>
          <a:ext cx="5395076" cy="89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System is faster, easier, and more accurate</a:t>
          </a:r>
        </a:p>
      </dsp:txBody>
      <dsp:txXfrm>
        <a:off x="923033" y="2132513"/>
        <a:ext cx="4318514" cy="838970"/>
      </dsp:txXfrm>
    </dsp:sp>
    <dsp:sp modelId="{8FB06A28-5FB7-42EF-9E90-73F4E0E5D0E6}">
      <dsp:nvSpPr>
        <dsp:cNvPr id="0" name=""/>
        <dsp:cNvSpPr/>
      </dsp:nvSpPr>
      <dsp:spPr>
        <a:xfrm>
          <a:off x="1348769" y="3159617"/>
          <a:ext cx="5395076" cy="8911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Supports book management efficiently</a:t>
          </a:r>
        </a:p>
      </dsp:txBody>
      <dsp:txXfrm>
        <a:off x="1374871" y="3185719"/>
        <a:ext cx="4311771" cy="838970"/>
      </dsp:txXfrm>
    </dsp:sp>
    <dsp:sp modelId="{10C6E7F7-F91F-4129-9E49-10A987A91D54}">
      <dsp:nvSpPr>
        <dsp:cNvPr id="0" name=""/>
        <dsp:cNvSpPr/>
      </dsp:nvSpPr>
      <dsp:spPr>
        <a:xfrm>
          <a:off x="4815812" y="682558"/>
          <a:ext cx="579263" cy="57926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4946146" y="682558"/>
        <a:ext cx="318595" cy="435895"/>
      </dsp:txXfrm>
    </dsp:sp>
    <dsp:sp modelId="{E79260E4-EBBC-4C08-AFFE-B07A3BCC9476}">
      <dsp:nvSpPr>
        <dsp:cNvPr id="0" name=""/>
        <dsp:cNvSpPr/>
      </dsp:nvSpPr>
      <dsp:spPr>
        <a:xfrm>
          <a:off x="5267650" y="1735764"/>
          <a:ext cx="579263" cy="57926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397984" y="1735764"/>
        <a:ext cx="318595" cy="435895"/>
      </dsp:txXfrm>
    </dsp:sp>
    <dsp:sp modelId="{C727C9E1-4C00-48F0-96C0-06594E209003}">
      <dsp:nvSpPr>
        <dsp:cNvPr id="0" name=""/>
        <dsp:cNvSpPr/>
      </dsp:nvSpPr>
      <dsp:spPr>
        <a:xfrm>
          <a:off x="5712744" y="2788970"/>
          <a:ext cx="579263" cy="57926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843078" y="2788970"/>
        <a:ext cx="318595" cy="435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29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30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753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35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68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839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8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04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11/24/2025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919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56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95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19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3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2.png"/><Relationship Id="rId4" Type="http://schemas.openxmlformats.org/officeDocument/2006/relationships/diagramData" Target="../diagrams/data2.xml"/><Relationship Id="rId9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2.png"/><Relationship Id="rId9" Type="http://schemas.microsoft.com/office/2007/relationships/diagramDrawing" Target="../diagrams/drawing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10" Type="http://schemas.openxmlformats.org/officeDocument/2006/relationships/image" Target="../media/image2.png"/><Relationship Id="rId4" Type="http://schemas.openxmlformats.org/officeDocument/2006/relationships/image" Target="../media/image25.jpeg"/><Relationship Id="rId9" Type="http://schemas.microsoft.com/office/2007/relationships/diagramDrawing" Target="../diagrams/drawing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microsoft.com/office/2007/relationships/hdphoto" Target="../media/hdphoto2.wdp"/><Relationship Id="rId7" Type="http://schemas.openxmlformats.org/officeDocument/2006/relationships/diagramColors" Target="../diagrams/colors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10" Type="http://schemas.openxmlformats.org/officeDocument/2006/relationships/image" Target="../media/image2.png"/><Relationship Id="rId4" Type="http://schemas.openxmlformats.org/officeDocument/2006/relationships/diagramData" Target="../diagrams/data6.xml"/><Relationship Id="rId9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microsoft.com/office/2007/relationships/hdphoto" Target="../media/hdphoto2.wdp"/><Relationship Id="rId7" Type="http://schemas.openxmlformats.org/officeDocument/2006/relationships/diagramQuickStyle" Target="../diagrams/quickStyle7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2.png"/><Relationship Id="rId9" Type="http://schemas.microsoft.com/office/2007/relationships/diagramDrawing" Target="../diagrams/drawing7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microsoft.com/office/2007/relationships/hdphoto" Target="../media/hdphoto2.wdp"/><Relationship Id="rId7" Type="http://schemas.openxmlformats.org/officeDocument/2006/relationships/diagramColors" Target="../diagrams/colors8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10" Type="http://schemas.openxmlformats.org/officeDocument/2006/relationships/image" Target="../media/image2.png"/><Relationship Id="rId4" Type="http://schemas.openxmlformats.org/officeDocument/2006/relationships/diagramData" Target="../diagrams/data8.xml"/><Relationship Id="rId9" Type="http://schemas.openxmlformats.org/officeDocument/2006/relationships/image" Target="../media/image26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microsoft.com/office/2007/relationships/hdphoto" Target="../media/hdphoto2.wdp"/><Relationship Id="rId7" Type="http://schemas.openxmlformats.org/officeDocument/2006/relationships/diagramColors" Target="../diagrams/colors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10" Type="http://schemas.openxmlformats.org/officeDocument/2006/relationships/image" Target="../media/image2.png"/><Relationship Id="rId4" Type="http://schemas.openxmlformats.org/officeDocument/2006/relationships/diagramData" Target="../diagrams/data9.xml"/><Relationship Id="rId9" Type="http://schemas.openxmlformats.org/officeDocument/2006/relationships/image" Target="../media/image5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tint val="75000"/>
                <a:shade val="58000"/>
                <a:satMod val="120000"/>
              </a:schemeClr>
              <a:schemeClr val="bg1">
                <a:tint val="50000"/>
                <a:shade val="96000"/>
              </a:schemeClr>
            </a:duotone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CE155-D8BD-EFE5-B581-385733AAB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6100" y="1360493"/>
            <a:ext cx="4972511" cy="3106732"/>
          </a:xfrm>
        </p:spPr>
        <p:txBody>
          <a:bodyPr anchor="b">
            <a:normAutofit/>
          </a:bodyPr>
          <a:lstStyle/>
          <a:p>
            <a:r>
              <a:rPr lang="en-US" sz="7200">
                <a:solidFill>
                  <a:schemeClr val="tx1"/>
                </a:solidFill>
              </a:rPr>
              <a:t>   Library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3305F-397D-7C49-401F-52FF67783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6100" y="4687316"/>
            <a:ext cx="4972512" cy="151708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Prepared by :Yousef Ahmed</a:t>
            </a:r>
          </a:p>
          <a:p>
            <a:r>
              <a:rPr lang="en-US" dirty="0">
                <a:solidFill>
                  <a:srgbClr val="FFFFFF"/>
                </a:solidFill>
              </a:rPr>
              <a:t>Class :A1</a:t>
            </a:r>
            <a:endParaRPr lang="en-US" dirty="0">
              <a:solidFill>
                <a:srgbClr val="FFFFFF"/>
              </a:solidFill>
              <a:latin typeface="Angsana New" panose="020B0502040204020203" pitchFamily="18" charset="-34"/>
              <a:cs typeface="Angsana New" panose="020B0502040204020203" pitchFamily="18" charset="-34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4A1598B-1957-47CF-AAF4-F7A36DA0E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3"/>
            <a:ext cx="6095695" cy="6857997"/>
          </a:xfrm>
          <a:custGeom>
            <a:avLst/>
            <a:gdLst>
              <a:gd name="connsiteX0" fmla="*/ 3435036 w 6095695"/>
              <a:gd name="connsiteY0" fmla="*/ 0 h 6857997"/>
              <a:gd name="connsiteX1" fmla="*/ 4198562 w 6095695"/>
              <a:gd name="connsiteY1" fmla="*/ 0 h 6857997"/>
              <a:gd name="connsiteX2" fmla="*/ 4365987 w 6095695"/>
              <a:gd name="connsiteY2" fmla="*/ 128761 h 6857997"/>
              <a:gd name="connsiteX3" fmla="*/ 6095695 w 6095695"/>
              <a:gd name="connsiteY3" fmla="*/ 3718209 h 6857997"/>
              <a:gd name="connsiteX4" fmla="*/ 4860911 w 6095695"/>
              <a:gd name="connsiteY4" fmla="*/ 6845880 h 6857997"/>
              <a:gd name="connsiteX5" fmla="*/ 4849107 w 6095695"/>
              <a:gd name="connsiteY5" fmla="*/ 6857997 h 6857997"/>
              <a:gd name="connsiteX6" fmla="*/ 4253869 w 6095695"/>
              <a:gd name="connsiteY6" fmla="*/ 6857997 h 6857997"/>
              <a:gd name="connsiteX7" fmla="*/ 4409441 w 6095695"/>
              <a:gd name="connsiteY7" fmla="*/ 6719623 h 6857997"/>
              <a:gd name="connsiteX8" fmla="*/ 5679794 w 6095695"/>
              <a:gd name="connsiteY8" fmla="*/ 3718209 h 6857997"/>
              <a:gd name="connsiteX9" fmla="*/ 3591563 w 6095695"/>
              <a:gd name="connsiteY9" fmla="*/ 88079 h 6857997"/>
              <a:gd name="connsiteX10" fmla="*/ 0 w 6095695"/>
              <a:gd name="connsiteY10" fmla="*/ 0 h 6857997"/>
              <a:gd name="connsiteX11" fmla="*/ 3177466 w 6095695"/>
              <a:gd name="connsiteY11" fmla="*/ 0 h 6857997"/>
              <a:gd name="connsiteX12" fmla="*/ 3353291 w 6095695"/>
              <a:gd name="connsiteY12" fmla="*/ 88129 h 6857997"/>
              <a:gd name="connsiteX13" fmla="*/ 5560965 w 6095695"/>
              <a:gd name="connsiteY13" fmla="*/ 3718209 h 6857997"/>
              <a:gd name="connsiteX14" fmla="*/ 4325417 w 6095695"/>
              <a:gd name="connsiteY14" fmla="*/ 6637392 h 6857997"/>
              <a:gd name="connsiteX15" fmla="*/ 4077394 w 6095695"/>
              <a:gd name="connsiteY15" fmla="*/ 6857997 h 6857997"/>
              <a:gd name="connsiteX16" fmla="*/ 0 w 6095695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ADBFB5B6-9CC7-9512-4707-5D096FA8CB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0" b="14420"/>
          <a:stretch>
            <a:fillRect/>
          </a:stretch>
        </p:blipFill>
        <p:spPr>
          <a:xfrm>
            <a:off x="663388" y="2311808"/>
            <a:ext cx="3972222" cy="22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97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B633AA-8450-1174-95C1-07D5B36F6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43468" y="643466"/>
            <a:ext cx="3686312" cy="552873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Bahnschrift" panose="020B0502040204020203" pitchFamily="34" charset="0"/>
              </a:rPr>
              <a:t>1-What is SDLC?</a:t>
            </a:r>
          </a:p>
        </p:txBody>
      </p:sp>
      <p:graphicFrame>
        <p:nvGraphicFramePr>
          <p:cNvPr id="60" name="Content Placeholder 6">
            <a:extLst>
              <a:ext uri="{FF2B5EF4-FFF2-40B4-BE49-F238E27FC236}">
                <a16:creationId xmlns:a16="http://schemas.microsoft.com/office/drawing/2014/main" id="{35937F05-CB0E-9C80-F7F7-6F78BA0996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53780" y="599768"/>
          <a:ext cx="6074467" cy="55724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8" name="Oval 57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899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1A6DD1-D2DB-BC1C-FC9D-82127438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sz="2600"/>
            </a:b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Bahnschrift" panose="020B0502040204020203" pitchFamily="34" charset="0"/>
              </a:rPr>
              <a:t>2-Why use SDLC for a Library System?</a:t>
            </a:r>
            <a:b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Bahnschrift" panose="020B0502040204020203" pitchFamily="34" charset="0"/>
              </a:rPr>
            </a:br>
            <a:endParaRPr lang="en-US" sz="260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C83F102-F46F-8BC0-A2A5-EF9EDDD4C1E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2279" y="2121408"/>
          <a:ext cx="6743845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FC2BB177-D399-FE21-E084-862692CB9EA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216" r="38556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537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C4C5769-E723-4A1E-B4F6-F6BB27A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78380D-0E99-4278-9939-702074B8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AB5B8-7A39-6A7F-FA15-30395269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6"/>
            <a:ext cx="3682727" cy="5571067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A92D53-A461-451B-87E6-8746F6FC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2CE0-7991-DE9A-084D-D4EF8DCF3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57" y="643465"/>
            <a:ext cx="6469168" cy="5586215"/>
          </a:xfrm>
        </p:spPr>
        <p:txBody>
          <a:bodyPr anchor="ctr">
            <a:normAutofit/>
          </a:bodyPr>
          <a:lstStyle/>
          <a:p>
            <a:r>
              <a:rPr lang="en-US"/>
              <a:t>This project is a Library Management System that helps manage books, borrowers, and transactions.</a:t>
            </a:r>
            <a:br>
              <a:rPr lang="en-US" dirty="0"/>
            </a:br>
            <a:endParaRPr lang="en-US"/>
          </a:p>
          <a:p>
            <a:r>
              <a:rPr lang="en-US"/>
              <a:t>It uses classes, modules, and JSON storage.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03ABC2-0D2A-42E5-9778-D9E8DBB54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080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C4C5769-E723-4A1E-B4F6-F6BB27A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8380D-0E99-4278-9939-702074B8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C03B38-3CA6-8C59-9F04-B318ABB8B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6"/>
            <a:ext cx="3682727" cy="5571067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Project Scope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A92D53-A461-451B-87E6-8746F6FC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6493ACEF-4219-AE1B-C851-A238D50C79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32557" y="643465"/>
          <a:ext cx="6469168" cy="5586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0" name="Oval 19">
            <a:extLst>
              <a:ext uri="{FF2B5EF4-FFF2-40B4-BE49-F238E27FC236}">
                <a16:creationId xmlns:a16="http://schemas.microsoft.com/office/drawing/2014/main" id="{F003ABC2-0D2A-42E5-9778-D9E8DBB54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62AE11-7A9B-7513-91EC-B9B883B66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61637"/>
            <a:ext cx="184731" cy="72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55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C4C5769-E723-4A1E-B4F6-F6BB27AE7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78380D-0E99-4278-9939-702074B8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75051-223E-84C2-323D-02FBD7DAB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6"/>
            <a:ext cx="3682727" cy="5571067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SDLC Phase 1: Analysis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5A92D53-A461-451B-87E6-8746F6FC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2734A5E3-D161-51E3-04BB-574B67E261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32557" y="643465"/>
          <a:ext cx="6469168" cy="55862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F003ABC2-0D2A-42E5-9778-D9E8DBB54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80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E1220-C71E-1129-2C67-A37174D6A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109" y="484632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4800" dirty="0"/>
              <a:t>SDLC Phase 2: Design</a:t>
            </a:r>
          </a:p>
        </p:txBody>
      </p:sp>
      <p:pic>
        <p:nvPicPr>
          <p:cNvPr id="17" name="Picture 16" descr="A top view of books with different cover colors">
            <a:extLst>
              <a:ext uri="{FF2B5EF4-FFF2-40B4-BE49-F238E27FC236}">
                <a16:creationId xmlns:a16="http://schemas.microsoft.com/office/drawing/2014/main" id="{5D17A168-8EF5-F23A-F2C1-FB33DCF536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868" r="20376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FF4DDCAB-31E0-309C-1C69-07B869DE9B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70109" y="2121408"/>
          <a:ext cx="6730276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677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6C3618-7AFA-1CE8-D7BD-A878F56EE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 dirty="0" err="1"/>
              <a:t>continoue</a:t>
            </a:r>
            <a:endParaRPr lang="en-US" sz="4800" dirty="0"/>
          </a:p>
        </p:txBody>
      </p:sp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3F4B155B-FA21-2FDA-EEB1-5BEA21941F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2279" y="2121408"/>
          <a:ext cx="6743845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6" name="Picture 5" descr="Computer script on a screen">
            <a:extLst>
              <a:ext uri="{FF2B5EF4-FFF2-40B4-BE49-F238E27FC236}">
                <a16:creationId xmlns:a16="http://schemas.microsoft.com/office/drawing/2014/main" id="{93B27362-00D4-3E4B-3039-62AAD063BA3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500" r="47272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120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A0E4E09-FC02-4ADC-951A-3FFA90B6F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DB7B1-90D6-336C-B10A-0A5C2B1E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0924" y="685800"/>
            <a:ext cx="4920019" cy="202155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SDLC Phase 3: Testing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453FF84-60C1-4EA8-B49B-1B8C2D0C5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"/>
            <a:ext cx="5859484" cy="6857997"/>
          </a:xfrm>
          <a:custGeom>
            <a:avLst/>
            <a:gdLst>
              <a:gd name="connsiteX0" fmla="*/ 3198825 w 5859484"/>
              <a:gd name="connsiteY0" fmla="*/ 0 h 6857997"/>
              <a:gd name="connsiteX1" fmla="*/ 3962351 w 5859484"/>
              <a:gd name="connsiteY1" fmla="*/ 0 h 6857997"/>
              <a:gd name="connsiteX2" fmla="*/ 4129776 w 5859484"/>
              <a:gd name="connsiteY2" fmla="*/ 128761 h 6857997"/>
              <a:gd name="connsiteX3" fmla="*/ 5859484 w 5859484"/>
              <a:gd name="connsiteY3" fmla="*/ 3718209 h 6857997"/>
              <a:gd name="connsiteX4" fmla="*/ 4624700 w 5859484"/>
              <a:gd name="connsiteY4" fmla="*/ 6845880 h 6857997"/>
              <a:gd name="connsiteX5" fmla="*/ 4612896 w 5859484"/>
              <a:gd name="connsiteY5" fmla="*/ 6857997 h 6857997"/>
              <a:gd name="connsiteX6" fmla="*/ 4017658 w 5859484"/>
              <a:gd name="connsiteY6" fmla="*/ 6857997 h 6857997"/>
              <a:gd name="connsiteX7" fmla="*/ 4173230 w 5859484"/>
              <a:gd name="connsiteY7" fmla="*/ 6719623 h 6857997"/>
              <a:gd name="connsiteX8" fmla="*/ 5443583 w 5859484"/>
              <a:gd name="connsiteY8" fmla="*/ 3718209 h 6857997"/>
              <a:gd name="connsiteX9" fmla="*/ 3355352 w 5859484"/>
              <a:gd name="connsiteY9" fmla="*/ 88079 h 6857997"/>
              <a:gd name="connsiteX10" fmla="*/ 0 w 5859484"/>
              <a:gd name="connsiteY10" fmla="*/ 0 h 6857997"/>
              <a:gd name="connsiteX11" fmla="*/ 2941255 w 5859484"/>
              <a:gd name="connsiteY11" fmla="*/ 0 h 6857997"/>
              <a:gd name="connsiteX12" fmla="*/ 3117080 w 5859484"/>
              <a:gd name="connsiteY12" fmla="*/ 88129 h 6857997"/>
              <a:gd name="connsiteX13" fmla="*/ 5324754 w 5859484"/>
              <a:gd name="connsiteY13" fmla="*/ 3718209 h 6857997"/>
              <a:gd name="connsiteX14" fmla="*/ 4089206 w 5859484"/>
              <a:gd name="connsiteY14" fmla="*/ 6637392 h 6857997"/>
              <a:gd name="connsiteX15" fmla="*/ 3841183 w 5859484"/>
              <a:gd name="connsiteY15" fmla="*/ 6857997 h 6857997"/>
              <a:gd name="connsiteX16" fmla="*/ 0 w 5859484"/>
              <a:gd name="connsiteY1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59484" h="6857997">
                <a:moveTo>
                  <a:pt x="3198825" y="0"/>
                </a:moveTo>
                <a:lnTo>
                  <a:pt x="3962351" y="0"/>
                </a:lnTo>
                <a:lnTo>
                  <a:pt x="4129776" y="128761"/>
                </a:lnTo>
                <a:cubicBezTo>
                  <a:pt x="5186152" y="981944"/>
                  <a:pt x="5859484" y="2273123"/>
                  <a:pt x="5859484" y="3718209"/>
                </a:cubicBezTo>
                <a:cubicBezTo>
                  <a:pt x="5859484" y="4922447"/>
                  <a:pt x="5391893" y="6019805"/>
                  <a:pt x="4624700" y="6845880"/>
                </a:cubicBezTo>
                <a:lnTo>
                  <a:pt x="4612896" y="6857997"/>
                </a:lnTo>
                <a:lnTo>
                  <a:pt x="4017658" y="6857997"/>
                </a:lnTo>
                <a:lnTo>
                  <a:pt x="4173230" y="6719623"/>
                </a:lnTo>
                <a:cubicBezTo>
                  <a:pt x="4958119" y="5951494"/>
                  <a:pt x="5443583" y="4890334"/>
                  <a:pt x="5443583" y="3718209"/>
                </a:cubicBezTo>
                <a:cubicBezTo>
                  <a:pt x="5443583" y="2179795"/>
                  <a:pt x="4607295" y="832535"/>
                  <a:pt x="3355352" y="88079"/>
                </a:cubicBezTo>
                <a:close/>
                <a:moveTo>
                  <a:pt x="0" y="0"/>
                </a:moveTo>
                <a:lnTo>
                  <a:pt x="2941255" y="0"/>
                </a:lnTo>
                <a:lnTo>
                  <a:pt x="3117080" y="88129"/>
                </a:lnTo>
                <a:cubicBezTo>
                  <a:pt x="4432070" y="787221"/>
                  <a:pt x="5324754" y="2150692"/>
                  <a:pt x="5324754" y="3718209"/>
                </a:cubicBezTo>
                <a:cubicBezTo>
                  <a:pt x="5324754" y="4858221"/>
                  <a:pt x="4852591" y="5890308"/>
                  <a:pt x="4089206" y="6637392"/>
                </a:cubicBezTo>
                <a:lnTo>
                  <a:pt x="3841183" y="6857997"/>
                </a:lnTo>
                <a:lnTo>
                  <a:pt x="0" y="685799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E2DE7-C3F6-D754-DFA8-1F4C4E13A8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82" r="28521"/>
          <a:stretch>
            <a:fillRect/>
          </a:stretch>
        </p:blipFill>
        <p:spPr>
          <a:xfrm>
            <a:off x="1" y="2"/>
            <a:ext cx="6095695" cy="6857997"/>
          </a:xfrm>
          <a:custGeom>
            <a:avLst/>
            <a:gdLst/>
            <a:ahLst/>
            <a:cxnLst/>
            <a:rect l="l" t="t" r="r" b="b"/>
            <a:pathLst>
              <a:path w="6095695" h="6857997">
                <a:moveTo>
                  <a:pt x="3435036" y="0"/>
                </a:moveTo>
                <a:lnTo>
                  <a:pt x="4198562" y="0"/>
                </a:lnTo>
                <a:lnTo>
                  <a:pt x="4365987" y="128761"/>
                </a:lnTo>
                <a:cubicBezTo>
                  <a:pt x="5422363" y="981944"/>
                  <a:pt x="6095695" y="2273123"/>
                  <a:pt x="6095695" y="3718209"/>
                </a:cubicBezTo>
                <a:cubicBezTo>
                  <a:pt x="6095695" y="4922447"/>
                  <a:pt x="5628104" y="6019805"/>
                  <a:pt x="4860911" y="6845880"/>
                </a:cubicBezTo>
                <a:lnTo>
                  <a:pt x="4849107" y="6857997"/>
                </a:lnTo>
                <a:lnTo>
                  <a:pt x="4253869" y="6857997"/>
                </a:lnTo>
                <a:lnTo>
                  <a:pt x="4409441" y="6719623"/>
                </a:lnTo>
                <a:cubicBezTo>
                  <a:pt x="5194330" y="5951494"/>
                  <a:pt x="5679794" y="4890334"/>
                  <a:pt x="5679794" y="3718209"/>
                </a:cubicBezTo>
                <a:cubicBezTo>
                  <a:pt x="5679794" y="2179795"/>
                  <a:pt x="4843506" y="832535"/>
                  <a:pt x="3591563" y="88079"/>
                </a:cubicBezTo>
                <a:close/>
                <a:moveTo>
                  <a:pt x="0" y="0"/>
                </a:moveTo>
                <a:lnTo>
                  <a:pt x="3177466" y="0"/>
                </a:lnTo>
                <a:lnTo>
                  <a:pt x="3353291" y="88129"/>
                </a:lnTo>
                <a:cubicBezTo>
                  <a:pt x="4668281" y="787221"/>
                  <a:pt x="5560965" y="2150692"/>
                  <a:pt x="5560965" y="3718209"/>
                </a:cubicBezTo>
                <a:cubicBezTo>
                  <a:pt x="5560965" y="4858221"/>
                  <a:pt x="5088802" y="5890308"/>
                  <a:pt x="4325417" y="6637392"/>
                </a:cubicBezTo>
                <a:lnTo>
                  <a:pt x="4077394" y="6857997"/>
                </a:lnTo>
                <a:lnTo>
                  <a:pt x="0" y="6857997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121C-69FD-0469-EB92-B750DD76F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0924" y="2927444"/>
            <a:ext cx="4920019" cy="324475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/>
              <a:t>Check each function: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Can we add a book?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Borrow and return work correctly?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JSON file saves and loads?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Backup created successfully?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38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CFFB95F-D901-4937-8084-8A7BAA84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6310" y="0"/>
            <a:ext cx="435568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1CE09-F241-8751-34F5-6A614A00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9777" y="639763"/>
            <a:ext cx="3046073" cy="51773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3700"/>
              <a:t>SDLC Phase 4: Implementation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0F473BD-3FD3-4548-A8F5-11D3C9CB8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691E02ED-3E2E-4396-B6DE-5F93F2F11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8F088F5-B4E7-43B9-88F4-8667026E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B40BE3E-6305-BAC3-E695-46B56082F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491753"/>
              </p:ext>
            </p:extLst>
          </p:nvPr>
        </p:nvGraphicFramePr>
        <p:xfrm>
          <a:off x="622300" y="639763"/>
          <a:ext cx="6572250" cy="558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3949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43CDD-273B-D9B9-74F6-717576CE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 dirty="0"/>
              <a:t>SDLC Phase 5: Maintenance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ABABEAD0-F061-55F0-9144-DC1B507A88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2279" y="2121408"/>
          <a:ext cx="6743845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D27435F1-22B4-9694-D6FF-8B3B351CF41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500" r="47272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7312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37C0E-74F4-6B97-A82D-F485BF0B2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Conclusion</a:t>
            </a:r>
          </a:p>
        </p:txBody>
      </p:sp>
      <p:graphicFrame>
        <p:nvGraphicFramePr>
          <p:cNvPr id="58" name="Content Placeholder 2">
            <a:extLst>
              <a:ext uri="{FF2B5EF4-FFF2-40B4-BE49-F238E27FC236}">
                <a16:creationId xmlns:a16="http://schemas.microsoft.com/office/drawing/2014/main" id="{1775551B-D036-DB5B-4582-65873FC6C5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2279" y="2121408"/>
          <a:ext cx="6743845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3" name="Picture 52" descr="Abstract blurred public library with bookshelves">
            <a:extLst>
              <a:ext uri="{FF2B5EF4-FFF2-40B4-BE49-F238E27FC236}">
                <a16:creationId xmlns:a16="http://schemas.microsoft.com/office/drawing/2014/main" id="{B8EB23D8-4E52-8BB5-8245-309A3EFD16E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6216" r="38556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0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3331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FB3768C-1D21-400E-B059-EFF86063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-1"/>
            <a:ext cx="1218865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87BCA1-45E6-44B3-B3DA-1F4144DE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6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FAD06-675C-ABD8-14BC-5F77CDA04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6"/>
            <a:ext cx="3682969" cy="5580353"/>
          </a:xfrm>
        </p:spPr>
        <p:txBody>
          <a:bodyPr>
            <a:normAutofit/>
          </a:bodyPr>
          <a:lstStyle/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FF14D-B066-8021-884E-FD06EACF3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57" y="643466"/>
            <a:ext cx="6630177" cy="552873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Thank you for listening. We appreciate your time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E62FDA-E44C-440D-A3D3-5C188720D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8B45BF8-A8A3-426E-89DE-A44F6E18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47C25B3-5F51-49AB-A886-D555D2F4A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87668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108</TotalTime>
  <Words>390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Angsana New</vt:lpstr>
      <vt:lpstr>Arial</vt:lpstr>
      <vt:lpstr>Bahnschrift</vt:lpstr>
      <vt:lpstr>Calibri</vt:lpstr>
      <vt:lpstr>Rockwell</vt:lpstr>
      <vt:lpstr>Rockwell Condensed</vt:lpstr>
      <vt:lpstr>Rockwell Extra Bold</vt:lpstr>
      <vt:lpstr>Wingdings</vt:lpstr>
      <vt:lpstr>Wood Type</vt:lpstr>
      <vt:lpstr>   Library System </vt:lpstr>
      <vt:lpstr>1-What is SDLC?</vt:lpstr>
      <vt:lpstr> 2-Why use SDLC for a Library System? </vt:lpstr>
      <vt:lpstr>Project overview</vt:lpstr>
      <vt:lpstr>Project Scope </vt:lpstr>
      <vt:lpstr>SDLC Phase 1: Analysis</vt:lpstr>
      <vt:lpstr>SDLC Phase 2: Design</vt:lpstr>
      <vt:lpstr>continoue</vt:lpstr>
      <vt:lpstr>SDLC Phase 3: Testing</vt:lpstr>
      <vt:lpstr>SDLC Phase 4: Implementation</vt:lpstr>
      <vt:lpstr>SDLC Phase 5: Maintenance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yousefahmedmn9@gmail.com</dc:creator>
  <cp:lastModifiedBy>yousefahmedmn9@gmail.com</cp:lastModifiedBy>
  <cp:revision>3</cp:revision>
  <dcterms:created xsi:type="dcterms:W3CDTF">2025-11-23T15:15:27Z</dcterms:created>
  <dcterms:modified xsi:type="dcterms:W3CDTF">2025-11-24T22:30:31Z</dcterms:modified>
</cp:coreProperties>
</file>